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0" r:id="rId1"/>
    <p:sldMasterId id="2147484980" r:id="rId2"/>
    <p:sldMasterId id="2147485004" r:id="rId3"/>
    <p:sldMasterId id="2147485112" r:id="rId4"/>
    <p:sldMasterId id="2147485124" r:id="rId5"/>
    <p:sldMasterId id="2147485136" r:id="rId6"/>
  </p:sldMasterIdLst>
  <p:notesMasterIdLst>
    <p:notesMasterId r:id="rId31"/>
  </p:notesMasterIdLst>
  <p:handoutMasterIdLst>
    <p:handoutMasterId r:id="rId32"/>
  </p:handoutMasterIdLst>
  <p:sldIdLst>
    <p:sldId id="910" r:id="rId7"/>
    <p:sldId id="1046" r:id="rId8"/>
    <p:sldId id="1039" r:id="rId9"/>
    <p:sldId id="997" r:id="rId10"/>
    <p:sldId id="1166" r:id="rId11"/>
    <p:sldId id="1042" r:id="rId12"/>
    <p:sldId id="1167" r:id="rId13"/>
    <p:sldId id="1052" r:id="rId14"/>
    <p:sldId id="1168" r:id="rId15"/>
    <p:sldId id="1000" r:id="rId16"/>
    <p:sldId id="979" r:id="rId17"/>
    <p:sldId id="1024" r:id="rId18"/>
    <p:sldId id="1027" r:id="rId19"/>
    <p:sldId id="1028" r:id="rId20"/>
    <p:sldId id="1029" r:id="rId21"/>
    <p:sldId id="1030" r:id="rId22"/>
    <p:sldId id="1031" r:id="rId23"/>
    <p:sldId id="1032" r:id="rId24"/>
    <p:sldId id="1047" r:id="rId25"/>
    <p:sldId id="1049" r:id="rId26"/>
    <p:sldId id="1050" r:id="rId27"/>
    <p:sldId id="1048" r:id="rId28"/>
    <p:sldId id="1051" r:id="rId29"/>
    <p:sldId id="1054" r:id="rId30"/>
  </p:sldIdLst>
  <p:sldSz cx="9906000" cy="6858000" type="A4"/>
  <p:notesSz cx="6797675" cy="99250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>
          <p15:clr>
            <a:srgbClr val="A4A3A4"/>
          </p15:clr>
        </p15:guide>
        <p15:guide id="2" pos="3120">
          <p15:clr>
            <a:srgbClr val="A4A3A4"/>
          </p15:clr>
        </p15:guide>
        <p15:guide id="3" pos="2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FF66"/>
    <a:srgbClr val="FF6600"/>
    <a:srgbClr val="DDDD0F"/>
    <a:srgbClr val="DDDDDD"/>
    <a:srgbClr val="99CCFF"/>
    <a:srgbClr val="6699FF"/>
    <a:srgbClr val="FFCC00"/>
    <a:srgbClr val="99FF9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52" autoAdjust="0"/>
    <p:restoredTop sz="72829" autoAdjust="0"/>
  </p:normalViewPr>
  <p:slideViewPr>
    <p:cSldViewPr>
      <p:cViewPr varScale="1">
        <p:scale>
          <a:sx n="74" d="100"/>
          <a:sy n="74" d="100"/>
        </p:scale>
        <p:origin x="594" y="66"/>
      </p:cViewPr>
      <p:guideLst>
        <p:guide orient="horz" pos="2069"/>
        <p:guide pos="3120"/>
        <p:guide pos="217"/>
      </p:guideLst>
    </p:cSldViewPr>
  </p:slideViewPr>
  <p:outlineViewPr>
    <p:cViewPr>
      <p:scale>
        <a:sx n="33" d="100"/>
        <a:sy n="33" d="100"/>
      </p:scale>
      <p:origin x="0" y="27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-3576" y="-9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0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0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D323FC4-1E82-4348-BD2A-CE2A24D79630}" type="datetimeFigureOut">
              <a:rPr lang="ko-KR" altLang="en-US"/>
              <a:pPr>
                <a:defRPr/>
              </a:pPr>
              <a:t>2022-02-16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7334"/>
            <a:ext cx="2945659" cy="496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27334"/>
            <a:ext cx="2945659" cy="496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662AB6-BEE3-418A-B699-ED741EFDA5C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63765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090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090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6BE6B95-F864-4794-9153-1EB7056F2932}" type="datetimeFigureOut">
              <a:rPr lang="ko-KR" altLang="en-US"/>
              <a:pPr>
                <a:defRPr/>
              </a:pPr>
              <a:t>2022-02-16</a:t>
            </a:fld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3668"/>
            <a:ext cx="5438140" cy="4466435"/>
          </a:xfrm>
          <a:prstGeom prst="rect">
            <a:avLst/>
          </a:prstGeom>
        </p:spPr>
        <p:txBody>
          <a:bodyPr vert="horz" lIns="91422" tIns="45712" rIns="91422" bIns="45712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7334"/>
            <a:ext cx="2945659" cy="496090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7334"/>
            <a:ext cx="2945659" cy="496090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3C30544-D6C4-4F81-B4FE-0F98C205BD5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88141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/>
          <p:cNvSpPr>
            <a:spLocks noChangeArrowheads="1"/>
          </p:cNvSpPr>
          <p:nvPr userDrawn="1"/>
        </p:nvSpPr>
        <p:spPr bwMode="auto">
          <a:xfrm>
            <a:off x="9310690" y="6516726"/>
            <a:ext cx="484187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algn="r" latinLnBrk="0">
              <a:defRPr/>
            </a:pPr>
            <a:fld id="{480161BE-14FB-47CF-B626-88C4D13A2F9E}" type="slidenum">
              <a:rPr lang="en-US" altLang="ko-KR" sz="900" b="1">
                <a:solidFill>
                  <a:srgbClr val="7F7F7F"/>
                </a:solidFill>
                <a:latin typeface="굴림" charset="-127"/>
                <a:cs typeface="Tahoma" pitchFamily="34" charset="0"/>
              </a:rPr>
              <a:pPr algn="r" latinLnBrk="0">
                <a:defRPr/>
              </a:pPr>
              <a:t>‹#›</a:t>
            </a:fld>
            <a:endParaRPr lang="en-US" altLang="ko-KR" sz="900" b="1" dirty="0">
              <a:solidFill>
                <a:srgbClr val="7F7F7F"/>
              </a:solidFill>
              <a:latin typeface="굴림" charset="-127"/>
              <a:cs typeface="Tahoma" pitchFamily="34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06000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 l="26169" r="66562"/>
          <a:stretch>
            <a:fillRect/>
          </a:stretch>
        </p:blipFill>
        <p:spPr bwMode="auto">
          <a:xfrm>
            <a:off x="1784371" y="0"/>
            <a:ext cx="7207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직선 연결선 4"/>
          <p:cNvCxnSpPr/>
          <p:nvPr userDrawn="1"/>
        </p:nvCxnSpPr>
        <p:spPr>
          <a:xfrm>
            <a:off x="309584" y="620726"/>
            <a:ext cx="9215437" cy="158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0"/>
          <p:cNvSpPr>
            <a:spLocks noChangeArrowheads="1"/>
          </p:cNvSpPr>
          <p:nvPr userDrawn="1"/>
        </p:nvSpPr>
        <p:spPr bwMode="auto">
          <a:xfrm>
            <a:off x="4665663" y="6598046"/>
            <a:ext cx="484187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algn="ctr" latinLnBrk="0">
              <a:defRPr/>
            </a:pPr>
            <a:fld id="{A50D8931-7CD5-4D80-B3AB-AB6885BDE2F5}" type="slidenum">
              <a:rPr lang="en-US" altLang="ko-KR" sz="900" b="0" u="none">
                <a:solidFill>
                  <a:schemeClr val="bg1">
                    <a:lumMod val="1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pPr algn="ctr" latinLnBrk="0">
                <a:defRPr/>
              </a:pPr>
              <a:t>‹#›</a:t>
            </a:fld>
            <a:endParaRPr lang="en-US" altLang="ko-KR" sz="900" b="0" u="none" dirty="0">
              <a:solidFill>
                <a:schemeClr val="bg1">
                  <a:lumMod val="1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Tahoma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 userDrawn="1"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09584" y="764742"/>
            <a:ext cx="9215437" cy="158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96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96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499" y="273052"/>
            <a:ext cx="5537201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도비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06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직선 연결선 2"/>
          <p:cNvCxnSpPr/>
          <p:nvPr userDrawn="1"/>
        </p:nvCxnSpPr>
        <p:spPr>
          <a:xfrm>
            <a:off x="309584" y="855701"/>
            <a:ext cx="9215437" cy="1587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5836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052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7382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4148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4470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6605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10809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5653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9203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2207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0170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4819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1627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23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8093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6193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13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10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29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7781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3538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695540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44666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555494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4570279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296016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8776778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80742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5131684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5235242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5204159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5610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948" r:id="rId1"/>
    <p:sldLayoutId id="2147484949" r:id="rId2"/>
    <p:sldLayoutId id="2147484950" r:id="rId3"/>
    <p:sldLayoutId id="2147484951" r:id="rId4"/>
    <p:sldLayoutId id="2147484952" r:id="rId5"/>
    <p:sldLayoutId id="2147484953" r:id="rId6"/>
    <p:sldLayoutId id="2147484954" r:id="rId7"/>
    <p:sldLayoutId id="2147484955" r:id="rId8"/>
    <p:sldLayoutId id="2147484943" r:id="rId9"/>
    <p:sldLayoutId id="2147484944" r:id="rId10"/>
    <p:sldLayoutId id="2147484945" r:id="rId11"/>
    <p:sldLayoutId id="2147484946" r:id="rId12"/>
    <p:sldLayoutId id="2147484947" r:id="rId13"/>
    <p:sldLayoutId id="2147484956" r:id="rId14"/>
    <p:sldLayoutId id="2147484957" r:id="rId15"/>
    <p:sldLayoutId id="2147484959" r:id="rId16"/>
  </p:sldLayoutIdLst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000" i="1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ebdings" pitchFamily="18" charset="2"/>
        <a:buChar char="ë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"/>
        <a:defRPr kumimoji="1" sz="2600">
          <a:solidFill>
            <a:schemeClr val="tx1"/>
          </a:solidFill>
          <a:latin typeface="+mn-lt"/>
          <a:ea typeface="+mn-ea"/>
        </a:defRPr>
      </a:lvl2pPr>
      <a:lvl3pPr marL="1293813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kumimoji="1" sz="2200">
          <a:solidFill>
            <a:schemeClr val="tx1"/>
          </a:solidFill>
          <a:latin typeface="+mn-lt"/>
          <a:ea typeface="+mn-ea"/>
        </a:defRPr>
      </a:lvl3pPr>
      <a:lvl4pPr marL="1681163" indent="-385763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5pPr>
      <a:lvl6pPr marL="25273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kumimoji="1">
          <a:solidFill>
            <a:schemeClr val="tx1"/>
          </a:solidFill>
          <a:latin typeface="+mn-lt"/>
          <a:ea typeface="+mn-ea"/>
        </a:defRPr>
      </a:lvl6pPr>
      <a:lvl7pPr marL="29845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kumimoji="1">
          <a:solidFill>
            <a:schemeClr val="tx1"/>
          </a:solidFill>
          <a:latin typeface="+mn-lt"/>
          <a:ea typeface="+mn-ea"/>
        </a:defRPr>
      </a:lvl7pPr>
      <a:lvl8pPr marL="34417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kumimoji="1">
          <a:solidFill>
            <a:schemeClr val="tx1"/>
          </a:solidFill>
          <a:latin typeface="+mn-lt"/>
          <a:ea typeface="+mn-ea"/>
        </a:defRPr>
      </a:lvl8pPr>
      <a:lvl9pPr marL="38989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 userDrawn="1"/>
        </p:nvGrpSpPr>
        <p:grpSpPr bwMode="auto">
          <a:xfrm>
            <a:off x="0" y="4876800"/>
            <a:ext cx="9906000" cy="1981200"/>
            <a:chOff x="240" y="3029"/>
            <a:chExt cx="3896" cy="379"/>
          </a:xfrm>
        </p:grpSpPr>
        <p:sp>
          <p:nvSpPr>
            <p:cNvPr id="365573" name="AutoShape 5"/>
            <p:cNvSpPr>
              <a:spLocks noChangeArrowheads="1"/>
            </p:cNvSpPr>
            <p:nvPr/>
          </p:nvSpPr>
          <p:spPr bwMode="auto">
            <a:xfrm>
              <a:off x="449" y="3205"/>
              <a:ext cx="3491" cy="203"/>
            </a:xfrm>
            <a:prstGeom prst="triangle">
              <a:avLst>
                <a:gd name="adj" fmla="val 50000"/>
              </a:avLst>
            </a:prstGeom>
            <a:solidFill>
              <a:srgbClr val="F0F0F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4" name="Freeform 6"/>
            <p:cNvSpPr>
              <a:spLocks/>
            </p:cNvSpPr>
            <p:nvPr/>
          </p:nvSpPr>
          <p:spPr bwMode="auto">
            <a:xfrm>
              <a:off x="255" y="3034"/>
              <a:ext cx="3874" cy="374"/>
            </a:xfrm>
            <a:custGeom>
              <a:avLst/>
              <a:gdLst/>
              <a:ahLst/>
              <a:cxnLst>
                <a:cxn ang="0">
                  <a:pos x="0" y="107"/>
                </a:cxn>
                <a:cxn ang="0">
                  <a:pos x="740" y="13"/>
                </a:cxn>
                <a:cxn ang="0">
                  <a:pos x="2974" y="0"/>
                </a:cxn>
                <a:cxn ang="0">
                  <a:pos x="3747" y="127"/>
                </a:cxn>
                <a:cxn ang="0">
                  <a:pos x="3747" y="447"/>
                </a:cxn>
                <a:cxn ang="0">
                  <a:pos x="0" y="447"/>
                </a:cxn>
                <a:cxn ang="0">
                  <a:pos x="0" y="107"/>
                </a:cxn>
              </a:cxnLst>
              <a:rect l="0" t="0" r="r" b="b"/>
              <a:pathLst>
                <a:path w="3747" h="447">
                  <a:moveTo>
                    <a:pt x="0" y="107"/>
                  </a:moveTo>
                  <a:lnTo>
                    <a:pt x="740" y="13"/>
                  </a:lnTo>
                  <a:lnTo>
                    <a:pt x="2974" y="0"/>
                  </a:lnTo>
                  <a:lnTo>
                    <a:pt x="3747" y="127"/>
                  </a:lnTo>
                  <a:lnTo>
                    <a:pt x="3747" y="447"/>
                  </a:lnTo>
                  <a:lnTo>
                    <a:pt x="0" y="447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5" name="Freeform 7"/>
            <p:cNvSpPr>
              <a:spLocks/>
            </p:cNvSpPr>
            <p:nvPr/>
          </p:nvSpPr>
          <p:spPr bwMode="auto">
            <a:xfrm>
              <a:off x="340" y="3258"/>
              <a:ext cx="1062" cy="141"/>
            </a:xfrm>
            <a:custGeom>
              <a:avLst/>
              <a:gdLst/>
              <a:ahLst/>
              <a:cxnLst>
                <a:cxn ang="0">
                  <a:pos x="0" y="169"/>
                </a:cxn>
                <a:cxn ang="0">
                  <a:pos x="487" y="3"/>
                </a:cxn>
                <a:cxn ang="0">
                  <a:pos x="1027" y="0"/>
                </a:cxn>
                <a:cxn ang="0">
                  <a:pos x="700" y="169"/>
                </a:cxn>
                <a:cxn ang="0">
                  <a:pos x="0" y="169"/>
                </a:cxn>
              </a:cxnLst>
              <a:rect l="0" t="0" r="r" b="b"/>
              <a:pathLst>
                <a:path w="1027" h="169">
                  <a:moveTo>
                    <a:pt x="0" y="169"/>
                  </a:moveTo>
                  <a:lnTo>
                    <a:pt x="487" y="3"/>
                  </a:lnTo>
                  <a:lnTo>
                    <a:pt x="1027" y="0"/>
                  </a:lnTo>
                  <a:lnTo>
                    <a:pt x="700" y="169"/>
                  </a:lnTo>
                  <a:lnTo>
                    <a:pt x="0" y="169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6" name="Freeform 8"/>
            <p:cNvSpPr>
              <a:spLocks/>
            </p:cNvSpPr>
            <p:nvPr/>
          </p:nvSpPr>
          <p:spPr bwMode="auto">
            <a:xfrm>
              <a:off x="1185" y="3108"/>
              <a:ext cx="572" cy="6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03" y="0"/>
                </a:cxn>
                <a:cxn ang="0">
                  <a:pos x="554" y="3"/>
                </a:cxn>
                <a:cxn ang="0">
                  <a:pos x="403" y="73"/>
                </a:cxn>
                <a:cxn ang="0">
                  <a:pos x="0" y="72"/>
                </a:cxn>
              </a:cxnLst>
              <a:rect l="0" t="0" r="r" b="b"/>
              <a:pathLst>
                <a:path w="554" h="73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403" y="7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7" name="Freeform 9"/>
            <p:cNvSpPr>
              <a:spLocks/>
            </p:cNvSpPr>
            <p:nvPr/>
          </p:nvSpPr>
          <p:spPr bwMode="auto">
            <a:xfrm>
              <a:off x="1540" y="3034"/>
              <a:ext cx="393" cy="38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03" y="0"/>
                </a:cxn>
                <a:cxn ang="0">
                  <a:pos x="554" y="3"/>
                </a:cxn>
                <a:cxn ang="0">
                  <a:pos x="378" y="72"/>
                </a:cxn>
                <a:cxn ang="0">
                  <a:pos x="0" y="72"/>
                </a:cxn>
              </a:cxnLst>
              <a:rect l="0" t="0" r="r" b="b"/>
              <a:pathLst>
                <a:path w="554" h="72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378" y="72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8" name="Freeform 10"/>
            <p:cNvSpPr>
              <a:spLocks/>
            </p:cNvSpPr>
            <p:nvPr/>
          </p:nvSpPr>
          <p:spPr bwMode="auto">
            <a:xfrm>
              <a:off x="2889" y="3258"/>
              <a:ext cx="958" cy="141"/>
            </a:xfrm>
            <a:custGeom>
              <a:avLst/>
              <a:gdLst/>
              <a:ahLst/>
              <a:cxnLst>
                <a:cxn ang="0">
                  <a:pos x="926" y="169"/>
                </a:cxn>
                <a:cxn ang="0">
                  <a:pos x="499" y="3"/>
                </a:cxn>
                <a:cxn ang="0">
                  <a:pos x="0" y="0"/>
                </a:cxn>
                <a:cxn ang="0">
                  <a:pos x="286" y="169"/>
                </a:cxn>
                <a:cxn ang="0">
                  <a:pos x="926" y="169"/>
                </a:cxn>
              </a:cxnLst>
              <a:rect l="0" t="0" r="r" b="b"/>
              <a:pathLst>
                <a:path w="926" h="169">
                  <a:moveTo>
                    <a:pt x="926" y="169"/>
                  </a:moveTo>
                  <a:lnTo>
                    <a:pt x="499" y="3"/>
                  </a:lnTo>
                  <a:lnTo>
                    <a:pt x="0" y="0"/>
                  </a:lnTo>
                  <a:lnTo>
                    <a:pt x="286" y="169"/>
                  </a:lnTo>
                  <a:lnTo>
                    <a:pt x="926" y="169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9" name="Freeform 11"/>
            <p:cNvSpPr>
              <a:spLocks/>
            </p:cNvSpPr>
            <p:nvPr/>
          </p:nvSpPr>
          <p:spPr bwMode="auto">
            <a:xfrm>
              <a:off x="2542" y="3102"/>
              <a:ext cx="572" cy="60"/>
            </a:xfrm>
            <a:custGeom>
              <a:avLst/>
              <a:gdLst/>
              <a:ahLst/>
              <a:cxnLst>
                <a:cxn ang="0">
                  <a:pos x="554" y="72"/>
                </a:cxn>
                <a:cxn ang="0">
                  <a:pos x="351" y="0"/>
                </a:cxn>
                <a:cxn ang="0">
                  <a:pos x="0" y="3"/>
                </a:cxn>
                <a:cxn ang="0">
                  <a:pos x="149" y="75"/>
                </a:cxn>
                <a:cxn ang="0">
                  <a:pos x="554" y="72"/>
                </a:cxn>
              </a:cxnLst>
              <a:rect l="0" t="0" r="r" b="b"/>
              <a:pathLst>
                <a:path w="554" h="75">
                  <a:moveTo>
                    <a:pt x="554" y="72"/>
                  </a:moveTo>
                  <a:lnTo>
                    <a:pt x="351" y="0"/>
                  </a:lnTo>
                  <a:lnTo>
                    <a:pt x="0" y="3"/>
                  </a:lnTo>
                  <a:lnTo>
                    <a:pt x="149" y="75"/>
                  </a:lnTo>
                  <a:lnTo>
                    <a:pt x="554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0" name="Freeform 12"/>
            <p:cNvSpPr>
              <a:spLocks/>
            </p:cNvSpPr>
            <p:nvPr/>
          </p:nvSpPr>
          <p:spPr bwMode="auto">
            <a:xfrm>
              <a:off x="2416" y="3034"/>
              <a:ext cx="391" cy="41"/>
            </a:xfrm>
            <a:custGeom>
              <a:avLst/>
              <a:gdLst/>
              <a:ahLst/>
              <a:cxnLst>
                <a:cxn ang="0">
                  <a:pos x="380" y="47"/>
                </a:cxn>
                <a:cxn ang="0">
                  <a:pos x="241" y="0"/>
                </a:cxn>
                <a:cxn ang="0">
                  <a:pos x="0" y="2"/>
                </a:cxn>
                <a:cxn ang="0">
                  <a:pos x="78" y="50"/>
                </a:cxn>
                <a:cxn ang="0">
                  <a:pos x="380" y="47"/>
                </a:cxn>
              </a:cxnLst>
              <a:rect l="0" t="0" r="r" b="b"/>
              <a:pathLst>
                <a:path w="380" h="50">
                  <a:moveTo>
                    <a:pt x="380" y="47"/>
                  </a:moveTo>
                  <a:lnTo>
                    <a:pt x="241" y="0"/>
                  </a:lnTo>
                  <a:lnTo>
                    <a:pt x="0" y="2"/>
                  </a:lnTo>
                  <a:lnTo>
                    <a:pt x="78" y="50"/>
                  </a:lnTo>
                  <a:lnTo>
                    <a:pt x="380" y="47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1" name="Freeform 13"/>
            <p:cNvSpPr>
              <a:spLocks/>
            </p:cNvSpPr>
            <p:nvPr/>
          </p:nvSpPr>
          <p:spPr bwMode="auto">
            <a:xfrm>
              <a:off x="1719" y="3258"/>
              <a:ext cx="673" cy="141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2" name="Freeform 14"/>
            <p:cNvSpPr>
              <a:spLocks/>
            </p:cNvSpPr>
            <p:nvPr/>
          </p:nvSpPr>
          <p:spPr bwMode="auto">
            <a:xfrm>
              <a:off x="1923" y="3102"/>
              <a:ext cx="360" cy="72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3" name="Freeform 15"/>
            <p:cNvSpPr>
              <a:spLocks noChangeAspect="1"/>
            </p:cNvSpPr>
            <p:nvPr/>
          </p:nvSpPr>
          <p:spPr bwMode="auto">
            <a:xfrm>
              <a:off x="2032" y="3034"/>
              <a:ext cx="181" cy="3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393" y="3064"/>
              <a:ext cx="645" cy="200"/>
              <a:chOff x="1433" y="5189"/>
              <a:chExt cx="623" cy="240"/>
            </a:xfrm>
          </p:grpSpPr>
          <p:sp>
            <p:nvSpPr>
              <p:cNvPr id="365585" name="Freeform 17"/>
              <p:cNvSpPr>
                <a:spLocks/>
              </p:cNvSpPr>
              <p:nvPr/>
            </p:nvSpPr>
            <p:spPr bwMode="auto">
              <a:xfrm>
                <a:off x="1433" y="5307"/>
                <a:ext cx="540" cy="122"/>
              </a:xfrm>
              <a:custGeom>
                <a:avLst/>
                <a:gdLst/>
                <a:ahLst/>
                <a:cxnLst>
                  <a:cxn ang="0">
                    <a:pos x="214" y="0"/>
                  </a:cxn>
                  <a:cxn ang="0">
                    <a:pos x="540" y="0"/>
                  </a:cxn>
                  <a:cxn ang="0">
                    <a:pos x="447" y="120"/>
                  </a:cxn>
                  <a:cxn ang="0">
                    <a:pos x="0" y="122"/>
                  </a:cxn>
                  <a:cxn ang="0">
                    <a:pos x="214" y="0"/>
                  </a:cxn>
                </a:cxnLst>
                <a:rect l="0" t="0" r="r" b="b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0" rIns="90000" bIns="0" anchor="ctr"/>
              <a:lstStyle/>
              <a:p>
                <a:pPr algn="ctr">
                  <a:defRPr/>
                </a:pPr>
                <a:endParaRPr lang="ko-KR" alt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65586" name="Freeform 18"/>
              <p:cNvSpPr>
                <a:spLocks noChangeAspect="1"/>
              </p:cNvSpPr>
              <p:nvPr/>
            </p:nvSpPr>
            <p:spPr bwMode="auto">
              <a:xfrm>
                <a:off x="1746" y="5189"/>
                <a:ext cx="310" cy="60"/>
              </a:xfrm>
              <a:custGeom>
                <a:avLst/>
                <a:gdLst/>
                <a:ahLst/>
                <a:cxnLst>
                  <a:cxn ang="0">
                    <a:pos x="214" y="0"/>
                  </a:cxn>
                  <a:cxn ang="0">
                    <a:pos x="540" y="0"/>
                  </a:cxn>
                  <a:cxn ang="0">
                    <a:pos x="447" y="120"/>
                  </a:cxn>
                  <a:cxn ang="0">
                    <a:pos x="0" y="122"/>
                  </a:cxn>
                  <a:cxn ang="0">
                    <a:pos x="214" y="0"/>
                  </a:cxn>
                </a:cxnLst>
                <a:rect l="0" t="0" r="r" b="b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0" rIns="90000" bIns="0" anchor="ctr"/>
              <a:lstStyle/>
              <a:p>
                <a:pPr algn="ctr">
                  <a:defRPr/>
                </a:pPr>
                <a:endParaRPr lang="ko-KR" alt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65587" name="Freeform 19"/>
            <p:cNvSpPr>
              <a:spLocks/>
            </p:cNvSpPr>
            <p:nvPr/>
          </p:nvSpPr>
          <p:spPr bwMode="auto">
            <a:xfrm>
              <a:off x="2276" y="3159"/>
              <a:ext cx="634" cy="99"/>
            </a:xfrm>
            <a:custGeom>
              <a:avLst/>
              <a:gdLst/>
              <a:ahLst/>
              <a:cxnLst>
                <a:cxn ang="0">
                  <a:pos x="393" y="0"/>
                </a:cxn>
                <a:cxn ang="0">
                  <a:pos x="0" y="0"/>
                </a:cxn>
                <a:cxn ang="0">
                  <a:pos x="40" y="120"/>
                </a:cxn>
                <a:cxn ang="0">
                  <a:pos x="613" y="124"/>
                </a:cxn>
                <a:cxn ang="0">
                  <a:pos x="393" y="0"/>
                </a:cxn>
              </a:cxnLst>
              <a:rect l="0" t="0" r="r" b="b"/>
              <a:pathLst>
                <a:path w="613" h="124">
                  <a:moveTo>
                    <a:pt x="393" y="0"/>
                  </a:moveTo>
                  <a:lnTo>
                    <a:pt x="0" y="0"/>
                  </a:lnTo>
                  <a:lnTo>
                    <a:pt x="40" y="120"/>
                  </a:lnTo>
                  <a:lnTo>
                    <a:pt x="613" y="124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8" name="Freeform 20"/>
            <p:cNvSpPr>
              <a:spLocks noChangeAspect="1"/>
            </p:cNvSpPr>
            <p:nvPr/>
          </p:nvSpPr>
          <p:spPr bwMode="auto">
            <a:xfrm>
              <a:off x="2219" y="3064"/>
              <a:ext cx="365" cy="43"/>
            </a:xfrm>
            <a:custGeom>
              <a:avLst/>
              <a:gdLst/>
              <a:ahLst/>
              <a:cxnLst>
                <a:cxn ang="0">
                  <a:pos x="247" y="0"/>
                </a:cxn>
                <a:cxn ang="0">
                  <a:pos x="0" y="6"/>
                </a:cxn>
                <a:cxn ang="0">
                  <a:pos x="14" y="53"/>
                </a:cxn>
                <a:cxn ang="0">
                  <a:pos x="354" y="53"/>
                </a:cxn>
                <a:cxn ang="0">
                  <a:pos x="247" y="0"/>
                </a:cxn>
              </a:cxnLst>
              <a:rect l="0" t="0" r="r" b="b"/>
              <a:pathLst>
                <a:path w="354" h="53">
                  <a:moveTo>
                    <a:pt x="247" y="0"/>
                  </a:moveTo>
                  <a:lnTo>
                    <a:pt x="0" y="6"/>
                  </a:lnTo>
                  <a:lnTo>
                    <a:pt x="14" y="53"/>
                  </a:lnTo>
                  <a:lnTo>
                    <a:pt x="354" y="53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9" name="Freeform 21"/>
            <p:cNvSpPr>
              <a:spLocks/>
            </p:cNvSpPr>
            <p:nvPr/>
          </p:nvSpPr>
          <p:spPr bwMode="auto">
            <a:xfrm>
              <a:off x="255" y="3159"/>
              <a:ext cx="960" cy="102"/>
            </a:xfrm>
            <a:custGeom>
              <a:avLst/>
              <a:gdLst/>
              <a:ahLst/>
              <a:cxnLst>
                <a:cxn ang="0">
                  <a:pos x="414" y="0"/>
                </a:cxn>
                <a:cxn ang="0">
                  <a:pos x="927" y="0"/>
                </a:cxn>
                <a:cxn ang="0">
                  <a:pos x="580" y="127"/>
                </a:cxn>
                <a:cxn ang="0">
                  <a:pos x="0" y="120"/>
                </a:cxn>
                <a:cxn ang="0">
                  <a:pos x="0" y="93"/>
                </a:cxn>
                <a:cxn ang="0">
                  <a:pos x="414" y="0"/>
                </a:cxn>
              </a:cxnLst>
              <a:rect l="0" t="0" r="r" b="b"/>
              <a:pathLst>
                <a:path w="927" h="127">
                  <a:moveTo>
                    <a:pt x="414" y="0"/>
                  </a:moveTo>
                  <a:lnTo>
                    <a:pt x="927" y="0"/>
                  </a:lnTo>
                  <a:lnTo>
                    <a:pt x="580" y="127"/>
                  </a:lnTo>
                  <a:lnTo>
                    <a:pt x="0" y="120"/>
                  </a:lnTo>
                  <a:lnTo>
                    <a:pt x="0" y="93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0" name="Freeform 22"/>
            <p:cNvSpPr>
              <a:spLocks noChangeAspect="1"/>
            </p:cNvSpPr>
            <p:nvPr/>
          </p:nvSpPr>
          <p:spPr bwMode="auto">
            <a:xfrm>
              <a:off x="954" y="3069"/>
              <a:ext cx="604" cy="42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585" y="0"/>
                </a:cxn>
                <a:cxn ang="0">
                  <a:pos x="435" y="50"/>
                </a:cxn>
                <a:cxn ang="0">
                  <a:pos x="0" y="51"/>
                </a:cxn>
                <a:cxn ang="0">
                  <a:pos x="232" y="0"/>
                </a:cxn>
              </a:cxnLst>
              <a:rect l="0" t="0" r="r" b="b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1" name="Freeform 23"/>
            <p:cNvSpPr>
              <a:spLocks/>
            </p:cNvSpPr>
            <p:nvPr/>
          </p:nvSpPr>
          <p:spPr bwMode="auto">
            <a:xfrm>
              <a:off x="3073" y="3160"/>
              <a:ext cx="1056" cy="106"/>
            </a:xfrm>
            <a:custGeom>
              <a:avLst/>
              <a:gdLst/>
              <a:ahLst/>
              <a:cxnLst>
                <a:cxn ang="0">
                  <a:pos x="513" y="0"/>
                </a:cxn>
                <a:cxn ang="0">
                  <a:pos x="0" y="0"/>
                </a:cxn>
                <a:cxn ang="0">
                  <a:pos x="347" y="127"/>
                </a:cxn>
                <a:cxn ang="0">
                  <a:pos x="1021" y="122"/>
                </a:cxn>
                <a:cxn ang="0">
                  <a:pos x="513" y="0"/>
                </a:cxn>
              </a:cxnLst>
              <a:rect l="0" t="0" r="r" b="b"/>
              <a:pathLst>
                <a:path w="1021" h="127">
                  <a:moveTo>
                    <a:pt x="513" y="0"/>
                  </a:moveTo>
                  <a:lnTo>
                    <a:pt x="0" y="0"/>
                  </a:lnTo>
                  <a:lnTo>
                    <a:pt x="347" y="127"/>
                  </a:lnTo>
                  <a:lnTo>
                    <a:pt x="1021" y="122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2" name="Freeform 24"/>
            <p:cNvSpPr>
              <a:spLocks noChangeAspect="1"/>
            </p:cNvSpPr>
            <p:nvPr/>
          </p:nvSpPr>
          <p:spPr bwMode="auto">
            <a:xfrm flipH="1">
              <a:off x="2740" y="3061"/>
              <a:ext cx="603" cy="43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585" y="0"/>
                </a:cxn>
                <a:cxn ang="0">
                  <a:pos x="435" y="50"/>
                </a:cxn>
                <a:cxn ang="0">
                  <a:pos x="0" y="51"/>
                </a:cxn>
                <a:cxn ang="0">
                  <a:pos x="232" y="0"/>
                </a:cxn>
              </a:cxnLst>
              <a:rect l="0" t="0" r="r" b="b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3" name="Freeform 25"/>
            <p:cNvSpPr>
              <a:spLocks/>
            </p:cNvSpPr>
            <p:nvPr/>
          </p:nvSpPr>
          <p:spPr bwMode="auto">
            <a:xfrm>
              <a:off x="240" y="3102"/>
              <a:ext cx="759" cy="57"/>
            </a:xfrm>
            <a:custGeom>
              <a:avLst/>
              <a:gdLst/>
              <a:ahLst/>
              <a:cxnLst>
                <a:cxn ang="0">
                  <a:pos x="10" y="88"/>
                </a:cxn>
                <a:cxn ang="0">
                  <a:pos x="0" y="33"/>
                </a:cxn>
                <a:cxn ang="0">
                  <a:pos x="156" y="0"/>
                </a:cxn>
                <a:cxn ang="0">
                  <a:pos x="736" y="9"/>
                </a:cxn>
                <a:cxn ang="0">
                  <a:pos x="423" y="88"/>
                </a:cxn>
                <a:cxn ang="0">
                  <a:pos x="10" y="88"/>
                </a:cxn>
              </a:cxnLst>
              <a:rect l="0" t="0" r="r" b="b"/>
              <a:pathLst>
                <a:path w="736" h="88">
                  <a:moveTo>
                    <a:pt x="10" y="88"/>
                  </a:moveTo>
                  <a:lnTo>
                    <a:pt x="0" y="33"/>
                  </a:lnTo>
                  <a:lnTo>
                    <a:pt x="156" y="0"/>
                  </a:lnTo>
                  <a:lnTo>
                    <a:pt x="736" y="9"/>
                  </a:lnTo>
                  <a:lnTo>
                    <a:pt x="423" y="88"/>
                  </a:lnTo>
                  <a:lnTo>
                    <a:pt x="10" y="88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4" name="Freeform 26"/>
            <p:cNvSpPr>
              <a:spLocks/>
            </p:cNvSpPr>
            <p:nvPr/>
          </p:nvSpPr>
          <p:spPr bwMode="auto">
            <a:xfrm>
              <a:off x="646" y="3034"/>
              <a:ext cx="650" cy="41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306" y="3"/>
                </a:cxn>
                <a:cxn ang="0">
                  <a:pos x="628" y="0"/>
                </a:cxn>
                <a:cxn ang="0">
                  <a:pos x="508" y="62"/>
                </a:cxn>
                <a:cxn ang="0">
                  <a:pos x="0" y="69"/>
                </a:cxn>
              </a:cxnLst>
              <a:rect l="0" t="0" r="r" b="b"/>
              <a:pathLst>
                <a:path w="628" h="69">
                  <a:moveTo>
                    <a:pt x="0" y="69"/>
                  </a:moveTo>
                  <a:lnTo>
                    <a:pt x="306" y="3"/>
                  </a:lnTo>
                  <a:lnTo>
                    <a:pt x="628" y="0"/>
                  </a:lnTo>
                  <a:lnTo>
                    <a:pt x="508" y="6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5" name="Freeform 27"/>
            <p:cNvSpPr>
              <a:spLocks/>
            </p:cNvSpPr>
            <p:nvPr/>
          </p:nvSpPr>
          <p:spPr bwMode="auto">
            <a:xfrm>
              <a:off x="3270" y="3098"/>
              <a:ext cx="866" cy="61"/>
            </a:xfrm>
            <a:custGeom>
              <a:avLst/>
              <a:gdLst/>
              <a:ahLst/>
              <a:cxnLst>
                <a:cxn ang="0">
                  <a:pos x="837" y="75"/>
                </a:cxn>
                <a:cxn ang="0">
                  <a:pos x="837" y="42"/>
                </a:cxn>
                <a:cxn ang="0">
                  <a:pos x="546" y="0"/>
                </a:cxn>
                <a:cxn ang="0">
                  <a:pos x="0" y="0"/>
                </a:cxn>
                <a:cxn ang="0">
                  <a:pos x="313" y="73"/>
                </a:cxn>
                <a:cxn ang="0">
                  <a:pos x="837" y="75"/>
                </a:cxn>
              </a:cxnLst>
              <a:rect l="0" t="0" r="r" b="b"/>
              <a:pathLst>
                <a:path w="837" h="75">
                  <a:moveTo>
                    <a:pt x="837" y="75"/>
                  </a:moveTo>
                  <a:lnTo>
                    <a:pt x="837" y="42"/>
                  </a:lnTo>
                  <a:lnTo>
                    <a:pt x="546" y="0"/>
                  </a:lnTo>
                  <a:lnTo>
                    <a:pt x="0" y="0"/>
                  </a:lnTo>
                  <a:lnTo>
                    <a:pt x="313" y="73"/>
                  </a:lnTo>
                  <a:lnTo>
                    <a:pt x="837" y="75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6" name="Freeform 28"/>
            <p:cNvSpPr>
              <a:spLocks/>
            </p:cNvSpPr>
            <p:nvPr/>
          </p:nvSpPr>
          <p:spPr bwMode="auto">
            <a:xfrm>
              <a:off x="2921" y="3029"/>
              <a:ext cx="659" cy="32"/>
            </a:xfrm>
            <a:custGeom>
              <a:avLst/>
              <a:gdLst/>
              <a:ahLst/>
              <a:cxnLst>
                <a:cxn ang="0">
                  <a:pos x="636" y="40"/>
                </a:cxn>
                <a:cxn ang="0">
                  <a:pos x="369" y="0"/>
                </a:cxn>
                <a:cxn ang="0">
                  <a:pos x="0" y="3"/>
                </a:cxn>
                <a:cxn ang="0">
                  <a:pos x="157" y="37"/>
                </a:cxn>
                <a:cxn ang="0">
                  <a:pos x="636" y="40"/>
                </a:cxn>
              </a:cxnLst>
              <a:rect l="0" t="0" r="r" b="b"/>
              <a:pathLst>
                <a:path w="636" h="40">
                  <a:moveTo>
                    <a:pt x="636" y="40"/>
                  </a:moveTo>
                  <a:lnTo>
                    <a:pt x="369" y="0"/>
                  </a:lnTo>
                  <a:lnTo>
                    <a:pt x="0" y="3"/>
                  </a:lnTo>
                  <a:lnTo>
                    <a:pt x="157" y="37"/>
                  </a:lnTo>
                  <a:lnTo>
                    <a:pt x="636" y="4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365601" name="Line 33"/>
          <p:cNvSpPr>
            <a:spLocks noChangeShapeType="1"/>
          </p:cNvSpPr>
          <p:nvPr userDrawn="1"/>
        </p:nvSpPr>
        <p:spPr bwMode="auto">
          <a:xfrm>
            <a:off x="2057400" y="2590800"/>
            <a:ext cx="541020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1" r:id="rId1"/>
    <p:sldLayoutId id="2147484982" r:id="rId2"/>
    <p:sldLayoutId id="2147484983" r:id="rId3"/>
    <p:sldLayoutId id="2147484984" r:id="rId4"/>
    <p:sldLayoutId id="2147484985" r:id="rId5"/>
    <p:sldLayoutId id="2147484986" r:id="rId6"/>
    <p:sldLayoutId id="2147484987" r:id="rId7"/>
    <p:sldLayoutId id="2147484988" r:id="rId8"/>
    <p:sldLayoutId id="2147484989" r:id="rId9"/>
    <p:sldLayoutId id="2147484990" r:id="rId10"/>
    <p:sldLayoutId id="2147484991" r:id="rId11"/>
  </p:sldLayoutIdLst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4876800"/>
            <a:ext cx="9906000" cy="1981200"/>
            <a:chOff x="240" y="3029"/>
            <a:chExt cx="3896" cy="379"/>
          </a:xfrm>
        </p:grpSpPr>
        <p:sp>
          <p:nvSpPr>
            <p:cNvPr id="365573" name="AutoShape 5"/>
            <p:cNvSpPr>
              <a:spLocks noChangeArrowheads="1"/>
            </p:cNvSpPr>
            <p:nvPr/>
          </p:nvSpPr>
          <p:spPr bwMode="auto">
            <a:xfrm>
              <a:off x="449" y="3205"/>
              <a:ext cx="3491" cy="203"/>
            </a:xfrm>
            <a:prstGeom prst="triangle">
              <a:avLst>
                <a:gd name="adj" fmla="val 50000"/>
              </a:avLst>
            </a:prstGeom>
            <a:solidFill>
              <a:srgbClr val="F0F0F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4" name="Freeform 6"/>
            <p:cNvSpPr>
              <a:spLocks/>
            </p:cNvSpPr>
            <p:nvPr/>
          </p:nvSpPr>
          <p:spPr bwMode="auto">
            <a:xfrm>
              <a:off x="255" y="3034"/>
              <a:ext cx="3874" cy="374"/>
            </a:xfrm>
            <a:custGeom>
              <a:avLst/>
              <a:gdLst/>
              <a:ahLst/>
              <a:cxnLst>
                <a:cxn ang="0">
                  <a:pos x="0" y="107"/>
                </a:cxn>
                <a:cxn ang="0">
                  <a:pos x="740" y="13"/>
                </a:cxn>
                <a:cxn ang="0">
                  <a:pos x="2974" y="0"/>
                </a:cxn>
                <a:cxn ang="0">
                  <a:pos x="3747" y="127"/>
                </a:cxn>
                <a:cxn ang="0">
                  <a:pos x="3747" y="447"/>
                </a:cxn>
                <a:cxn ang="0">
                  <a:pos x="0" y="447"/>
                </a:cxn>
                <a:cxn ang="0">
                  <a:pos x="0" y="107"/>
                </a:cxn>
              </a:cxnLst>
              <a:rect l="0" t="0" r="r" b="b"/>
              <a:pathLst>
                <a:path w="3747" h="447">
                  <a:moveTo>
                    <a:pt x="0" y="107"/>
                  </a:moveTo>
                  <a:lnTo>
                    <a:pt x="740" y="13"/>
                  </a:lnTo>
                  <a:lnTo>
                    <a:pt x="2974" y="0"/>
                  </a:lnTo>
                  <a:lnTo>
                    <a:pt x="3747" y="127"/>
                  </a:lnTo>
                  <a:lnTo>
                    <a:pt x="3747" y="447"/>
                  </a:lnTo>
                  <a:lnTo>
                    <a:pt x="0" y="447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5" name="Freeform 7"/>
            <p:cNvSpPr>
              <a:spLocks/>
            </p:cNvSpPr>
            <p:nvPr/>
          </p:nvSpPr>
          <p:spPr bwMode="auto">
            <a:xfrm>
              <a:off x="340" y="3258"/>
              <a:ext cx="1062" cy="141"/>
            </a:xfrm>
            <a:custGeom>
              <a:avLst/>
              <a:gdLst/>
              <a:ahLst/>
              <a:cxnLst>
                <a:cxn ang="0">
                  <a:pos x="0" y="169"/>
                </a:cxn>
                <a:cxn ang="0">
                  <a:pos x="487" y="3"/>
                </a:cxn>
                <a:cxn ang="0">
                  <a:pos x="1027" y="0"/>
                </a:cxn>
                <a:cxn ang="0">
                  <a:pos x="700" y="169"/>
                </a:cxn>
                <a:cxn ang="0">
                  <a:pos x="0" y="169"/>
                </a:cxn>
              </a:cxnLst>
              <a:rect l="0" t="0" r="r" b="b"/>
              <a:pathLst>
                <a:path w="1027" h="169">
                  <a:moveTo>
                    <a:pt x="0" y="169"/>
                  </a:moveTo>
                  <a:lnTo>
                    <a:pt x="487" y="3"/>
                  </a:lnTo>
                  <a:lnTo>
                    <a:pt x="1027" y="0"/>
                  </a:lnTo>
                  <a:lnTo>
                    <a:pt x="700" y="169"/>
                  </a:lnTo>
                  <a:lnTo>
                    <a:pt x="0" y="169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6" name="Freeform 8"/>
            <p:cNvSpPr>
              <a:spLocks/>
            </p:cNvSpPr>
            <p:nvPr/>
          </p:nvSpPr>
          <p:spPr bwMode="auto">
            <a:xfrm>
              <a:off x="1185" y="3108"/>
              <a:ext cx="572" cy="6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03" y="0"/>
                </a:cxn>
                <a:cxn ang="0">
                  <a:pos x="554" y="3"/>
                </a:cxn>
                <a:cxn ang="0">
                  <a:pos x="403" y="73"/>
                </a:cxn>
                <a:cxn ang="0">
                  <a:pos x="0" y="72"/>
                </a:cxn>
              </a:cxnLst>
              <a:rect l="0" t="0" r="r" b="b"/>
              <a:pathLst>
                <a:path w="554" h="73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403" y="7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7" name="Freeform 9"/>
            <p:cNvSpPr>
              <a:spLocks/>
            </p:cNvSpPr>
            <p:nvPr/>
          </p:nvSpPr>
          <p:spPr bwMode="auto">
            <a:xfrm>
              <a:off x="1540" y="3034"/>
              <a:ext cx="393" cy="38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03" y="0"/>
                </a:cxn>
                <a:cxn ang="0">
                  <a:pos x="554" y="3"/>
                </a:cxn>
                <a:cxn ang="0">
                  <a:pos x="378" y="72"/>
                </a:cxn>
                <a:cxn ang="0">
                  <a:pos x="0" y="72"/>
                </a:cxn>
              </a:cxnLst>
              <a:rect l="0" t="0" r="r" b="b"/>
              <a:pathLst>
                <a:path w="554" h="72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378" y="72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8" name="Freeform 10"/>
            <p:cNvSpPr>
              <a:spLocks/>
            </p:cNvSpPr>
            <p:nvPr/>
          </p:nvSpPr>
          <p:spPr bwMode="auto">
            <a:xfrm>
              <a:off x="2889" y="3258"/>
              <a:ext cx="958" cy="141"/>
            </a:xfrm>
            <a:custGeom>
              <a:avLst/>
              <a:gdLst/>
              <a:ahLst/>
              <a:cxnLst>
                <a:cxn ang="0">
                  <a:pos x="926" y="169"/>
                </a:cxn>
                <a:cxn ang="0">
                  <a:pos x="499" y="3"/>
                </a:cxn>
                <a:cxn ang="0">
                  <a:pos x="0" y="0"/>
                </a:cxn>
                <a:cxn ang="0">
                  <a:pos x="286" y="169"/>
                </a:cxn>
                <a:cxn ang="0">
                  <a:pos x="926" y="169"/>
                </a:cxn>
              </a:cxnLst>
              <a:rect l="0" t="0" r="r" b="b"/>
              <a:pathLst>
                <a:path w="926" h="169">
                  <a:moveTo>
                    <a:pt x="926" y="169"/>
                  </a:moveTo>
                  <a:lnTo>
                    <a:pt x="499" y="3"/>
                  </a:lnTo>
                  <a:lnTo>
                    <a:pt x="0" y="0"/>
                  </a:lnTo>
                  <a:lnTo>
                    <a:pt x="286" y="169"/>
                  </a:lnTo>
                  <a:lnTo>
                    <a:pt x="926" y="169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9" name="Freeform 11"/>
            <p:cNvSpPr>
              <a:spLocks/>
            </p:cNvSpPr>
            <p:nvPr/>
          </p:nvSpPr>
          <p:spPr bwMode="auto">
            <a:xfrm>
              <a:off x="2542" y="3102"/>
              <a:ext cx="572" cy="60"/>
            </a:xfrm>
            <a:custGeom>
              <a:avLst/>
              <a:gdLst/>
              <a:ahLst/>
              <a:cxnLst>
                <a:cxn ang="0">
                  <a:pos x="554" y="72"/>
                </a:cxn>
                <a:cxn ang="0">
                  <a:pos x="351" y="0"/>
                </a:cxn>
                <a:cxn ang="0">
                  <a:pos x="0" y="3"/>
                </a:cxn>
                <a:cxn ang="0">
                  <a:pos x="149" y="75"/>
                </a:cxn>
                <a:cxn ang="0">
                  <a:pos x="554" y="72"/>
                </a:cxn>
              </a:cxnLst>
              <a:rect l="0" t="0" r="r" b="b"/>
              <a:pathLst>
                <a:path w="554" h="75">
                  <a:moveTo>
                    <a:pt x="554" y="72"/>
                  </a:moveTo>
                  <a:lnTo>
                    <a:pt x="351" y="0"/>
                  </a:lnTo>
                  <a:lnTo>
                    <a:pt x="0" y="3"/>
                  </a:lnTo>
                  <a:lnTo>
                    <a:pt x="149" y="75"/>
                  </a:lnTo>
                  <a:lnTo>
                    <a:pt x="554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0" name="Freeform 12"/>
            <p:cNvSpPr>
              <a:spLocks/>
            </p:cNvSpPr>
            <p:nvPr/>
          </p:nvSpPr>
          <p:spPr bwMode="auto">
            <a:xfrm>
              <a:off x="2416" y="3034"/>
              <a:ext cx="391" cy="41"/>
            </a:xfrm>
            <a:custGeom>
              <a:avLst/>
              <a:gdLst/>
              <a:ahLst/>
              <a:cxnLst>
                <a:cxn ang="0">
                  <a:pos x="380" y="47"/>
                </a:cxn>
                <a:cxn ang="0">
                  <a:pos x="241" y="0"/>
                </a:cxn>
                <a:cxn ang="0">
                  <a:pos x="0" y="2"/>
                </a:cxn>
                <a:cxn ang="0">
                  <a:pos x="78" y="50"/>
                </a:cxn>
                <a:cxn ang="0">
                  <a:pos x="380" y="47"/>
                </a:cxn>
              </a:cxnLst>
              <a:rect l="0" t="0" r="r" b="b"/>
              <a:pathLst>
                <a:path w="380" h="50">
                  <a:moveTo>
                    <a:pt x="380" y="47"/>
                  </a:moveTo>
                  <a:lnTo>
                    <a:pt x="241" y="0"/>
                  </a:lnTo>
                  <a:lnTo>
                    <a:pt x="0" y="2"/>
                  </a:lnTo>
                  <a:lnTo>
                    <a:pt x="78" y="50"/>
                  </a:lnTo>
                  <a:lnTo>
                    <a:pt x="380" y="47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1" name="Freeform 13"/>
            <p:cNvSpPr>
              <a:spLocks/>
            </p:cNvSpPr>
            <p:nvPr/>
          </p:nvSpPr>
          <p:spPr bwMode="auto">
            <a:xfrm>
              <a:off x="1719" y="3258"/>
              <a:ext cx="673" cy="141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2" name="Freeform 14"/>
            <p:cNvSpPr>
              <a:spLocks/>
            </p:cNvSpPr>
            <p:nvPr/>
          </p:nvSpPr>
          <p:spPr bwMode="auto">
            <a:xfrm>
              <a:off x="1923" y="3102"/>
              <a:ext cx="360" cy="72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3" name="Freeform 15"/>
            <p:cNvSpPr>
              <a:spLocks noChangeAspect="1"/>
            </p:cNvSpPr>
            <p:nvPr/>
          </p:nvSpPr>
          <p:spPr bwMode="auto">
            <a:xfrm>
              <a:off x="2032" y="3034"/>
              <a:ext cx="181" cy="3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393" y="3064"/>
              <a:ext cx="645" cy="200"/>
              <a:chOff x="1433" y="5189"/>
              <a:chExt cx="623" cy="240"/>
            </a:xfrm>
          </p:grpSpPr>
          <p:sp>
            <p:nvSpPr>
              <p:cNvPr id="365585" name="Freeform 17"/>
              <p:cNvSpPr>
                <a:spLocks/>
              </p:cNvSpPr>
              <p:nvPr/>
            </p:nvSpPr>
            <p:spPr bwMode="auto">
              <a:xfrm>
                <a:off x="1433" y="5307"/>
                <a:ext cx="540" cy="122"/>
              </a:xfrm>
              <a:custGeom>
                <a:avLst/>
                <a:gdLst/>
                <a:ahLst/>
                <a:cxnLst>
                  <a:cxn ang="0">
                    <a:pos x="214" y="0"/>
                  </a:cxn>
                  <a:cxn ang="0">
                    <a:pos x="540" y="0"/>
                  </a:cxn>
                  <a:cxn ang="0">
                    <a:pos x="447" y="120"/>
                  </a:cxn>
                  <a:cxn ang="0">
                    <a:pos x="0" y="122"/>
                  </a:cxn>
                  <a:cxn ang="0">
                    <a:pos x="214" y="0"/>
                  </a:cxn>
                </a:cxnLst>
                <a:rect l="0" t="0" r="r" b="b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0" rIns="90000" bIns="0" anchor="ctr"/>
              <a:lstStyle/>
              <a:p>
                <a:pPr algn="ctr">
                  <a:defRPr/>
                </a:pPr>
                <a:endParaRPr lang="ko-KR" alt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65586" name="Freeform 18"/>
              <p:cNvSpPr>
                <a:spLocks noChangeAspect="1"/>
              </p:cNvSpPr>
              <p:nvPr/>
            </p:nvSpPr>
            <p:spPr bwMode="auto">
              <a:xfrm>
                <a:off x="1746" y="5189"/>
                <a:ext cx="310" cy="60"/>
              </a:xfrm>
              <a:custGeom>
                <a:avLst/>
                <a:gdLst/>
                <a:ahLst/>
                <a:cxnLst>
                  <a:cxn ang="0">
                    <a:pos x="214" y="0"/>
                  </a:cxn>
                  <a:cxn ang="0">
                    <a:pos x="540" y="0"/>
                  </a:cxn>
                  <a:cxn ang="0">
                    <a:pos x="447" y="120"/>
                  </a:cxn>
                  <a:cxn ang="0">
                    <a:pos x="0" y="122"/>
                  </a:cxn>
                  <a:cxn ang="0">
                    <a:pos x="214" y="0"/>
                  </a:cxn>
                </a:cxnLst>
                <a:rect l="0" t="0" r="r" b="b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0" rIns="90000" bIns="0" anchor="ctr"/>
              <a:lstStyle/>
              <a:p>
                <a:pPr algn="ctr">
                  <a:defRPr/>
                </a:pPr>
                <a:endParaRPr lang="ko-KR" alt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65587" name="Freeform 19"/>
            <p:cNvSpPr>
              <a:spLocks/>
            </p:cNvSpPr>
            <p:nvPr/>
          </p:nvSpPr>
          <p:spPr bwMode="auto">
            <a:xfrm>
              <a:off x="2276" y="3159"/>
              <a:ext cx="634" cy="99"/>
            </a:xfrm>
            <a:custGeom>
              <a:avLst/>
              <a:gdLst/>
              <a:ahLst/>
              <a:cxnLst>
                <a:cxn ang="0">
                  <a:pos x="393" y="0"/>
                </a:cxn>
                <a:cxn ang="0">
                  <a:pos x="0" y="0"/>
                </a:cxn>
                <a:cxn ang="0">
                  <a:pos x="40" y="120"/>
                </a:cxn>
                <a:cxn ang="0">
                  <a:pos x="613" y="124"/>
                </a:cxn>
                <a:cxn ang="0">
                  <a:pos x="393" y="0"/>
                </a:cxn>
              </a:cxnLst>
              <a:rect l="0" t="0" r="r" b="b"/>
              <a:pathLst>
                <a:path w="613" h="124">
                  <a:moveTo>
                    <a:pt x="393" y="0"/>
                  </a:moveTo>
                  <a:lnTo>
                    <a:pt x="0" y="0"/>
                  </a:lnTo>
                  <a:lnTo>
                    <a:pt x="40" y="120"/>
                  </a:lnTo>
                  <a:lnTo>
                    <a:pt x="613" y="124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8" name="Freeform 20"/>
            <p:cNvSpPr>
              <a:spLocks noChangeAspect="1"/>
            </p:cNvSpPr>
            <p:nvPr/>
          </p:nvSpPr>
          <p:spPr bwMode="auto">
            <a:xfrm>
              <a:off x="2219" y="3064"/>
              <a:ext cx="365" cy="43"/>
            </a:xfrm>
            <a:custGeom>
              <a:avLst/>
              <a:gdLst/>
              <a:ahLst/>
              <a:cxnLst>
                <a:cxn ang="0">
                  <a:pos x="247" y="0"/>
                </a:cxn>
                <a:cxn ang="0">
                  <a:pos x="0" y="6"/>
                </a:cxn>
                <a:cxn ang="0">
                  <a:pos x="14" y="53"/>
                </a:cxn>
                <a:cxn ang="0">
                  <a:pos x="354" y="53"/>
                </a:cxn>
                <a:cxn ang="0">
                  <a:pos x="247" y="0"/>
                </a:cxn>
              </a:cxnLst>
              <a:rect l="0" t="0" r="r" b="b"/>
              <a:pathLst>
                <a:path w="354" h="53">
                  <a:moveTo>
                    <a:pt x="247" y="0"/>
                  </a:moveTo>
                  <a:lnTo>
                    <a:pt x="0" y="6"/>
                  </a:lnTo>
                  <a:lnTo>
                    <a:pt x="14" y="53"/>
                  </a:lnTo>
                  <a:lnTo>
                    <a:pt x="354" y="53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9" name="Freeform 21"/>
            <p:cNvSpPr>
              <a:spLocks/>
            </p:cNvSpPr>
            <p:nvPr/>
          </p:nvSpPr>
          <p:spPr bwMode="auto">
            <a:xfrm>
              <a:off x="255" y="3159"/>
              <a:ext cx="960" cy="102"/>
            </a:xfrm>
            <a:custGeom>
              <a:avLst/>
              <a:gdLst/>
              <a:ahLst/>
              <a:cxnLst>
                <a:cxn ang="0">
                  <a:pos x="414" y="0"/>
                </a:cxn>
                <a:cxn ang="0">
                  <a:pos x="927" y="0"/>
                </a:cxn>
                <a:cxn ang="0">
                  <a:pos x="580" y="127"/>
                </a:cxn>
                <a:cxn ang="0">
                  <a:pos x="0" y="120"/>
                </a:cxn>
                <a:cxn ang="0">
                  <a:pos x="0" y="93"/>
                </a:cxn>
                <a:cxn ang="0">
                  <a:pos x="414" y="0"/>
                </a:cxn>
              </a:cxnLst>
              <a:rect l="0" t="0" r="r" b="b"/>
              <a:pathLst>
                <a:path w="927" h="127">
                  <a:moveTo>
                    <a:pt x="414" y="0"/>
                  </a:moveTo>
                  <a:lnTo>
                    <a:pt x="927" y="0"/>
                  </a:lnTo>
                  <a:lnTo>
                    <a:pt x="580" y="127"/>
                  </a:lnTo>
                  <a:lnTo>
                    <a:pt x="0" y="120"/>
                  </a:lnTo>
                  <a:lnTo>
                    <a:pt x="0" y="93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0" name="Freeform 22"/>
            <p:cNvSpPr>
              <a:spLocks noChangeAspect="1"/>
            </p:cNvSpPr>
            <p:nvPr/>
          </p:nvSpPr>
          <p:spPr bwMode="auto">
            <a:xfrm>
              <a:off x="954" y="3069"/>
              <a:ext cx="604" cy="42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585" y="0"/>
                </a:cxn>
                <a:cxn ang="0">
                  <a:pos x="435" y="50"/>
                </a:cxn>
                <a:cxn ang="0">
                  <a:pos x="0" y="51"/>
                </a:cxn>
                <a:cxn ang="0">
                  <a:pos x="232" y="0"/>
                </a:cxn>
              </a:cxnLst>
              <a:rect l="0" t="0" r="r" b="b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1" name="Freeform 23"/>
            <p:cNvSpPr>
              <a:spLocks/>
            </p:cNvSpPr>
            <p:nvPr/>
          </p:nvSpPr>
          <p:spPr bwMode="auto">
            <a:xfrm>
              <a:off x="3073" y="3160"/>
              <a:ext cx="1056" cy="106"/>
            </a:xfrm>
            <a:custGeom>
              <a:avLst/>
              <a:gdLst/>
              <a:ahLst/>
              <a:cxnLst>
                <a:cxn ang="0">
                  <a:pos x="513" y="0"/>
                </a:cxn>
                <a:cxn ang="0">
                  <a:pos x="0" y="0"/>
                </a:cxn>
                <a:cxn ang="0">
                  <a:pos x="347" y="127"/>
                </a:cxn>
                <a:cxn ang="0">
                  <a:pos x="1021" y="122"/>
                </a:cxn>
                <a:cxn ang="0">
                  <a:pos x="513" y="0"/>
                </a:cxn>
              </a:cxnLst>
              <a:rect l="0" t="0" r="r" b="b"/>
              <a:pathLst>
                <a:path w="1021" h="127">
                  <a:moveTo>
                    <a:pt x="513" y="0"/>
                  </a:moveTo>
                  <a:lnTo>
                    <a:pt x="0" y="0"/>
                  </a:lnTo>
                  <a:lnTo>
                    <a:pt x="347" y="127"/>
                  </a:lnTo>
                  <a:lnTo>
                    <a:pt x="1021" y="122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2" name="Freeform 24"/>
            <p:cNvSpPr>
              <a:spLocks noChangeAspect="1"/>
            </p:cNvSpPr>
            <p:nvPr/>
          </p:nvSpPr>
          <p:spPr bwMode="auto">
            <a:xfrm flipH="1">
              <a:off x="2740" y="3061"/>
              <a:ext cx="603" cy="43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585" y="0"/>
                </a:cxn>
                <a:cxn ang="0">
                  <a:pos x="435" y="50"/>
                </a:cxn>
                <a:cxn ang="0">
                  <a:pos x="0" y="51"/>
                </a:cxn>
                <a:cxn ang="0">
                  <a:pos x="232" y="0"/>
                </a:cxn>
              </a:cxnLst>
              <a:rect l="0" t="0" r="r" b="b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3" name="Freeform 25"/>
            <p:cNvSpPr>
              <a:spLocks/>
            </p:cNvSpPr>
            <p:nvPr/>
          </p:nvSpPr>
          <p:spPr bwMode="auto">
            <a:xfrm>
              <a:off x="240" y="3102"/>
              <a:ext cx="759" cy="57"/>
            </a:xfrm>
            <a:custGeom>
              <a:avLst/>
              <a:gdLst/>
              <a:ahLst/>
              <a:cxnLst>
                <a:cxn ang="0">
                  <a:pos x="10" y="88"/>
                </a:cxn>
                <a:cxn ang="0">
                  <a:pos x="0" y="33"/>
                </a:cxn>
                <a:cxn ang="0">
                  <a:pos x="156" y="0"/>
                </a:cxn>
                <a:cxn ang="0">
                  <a:pos x="736" y="9"/>
                </a:cxn>
                <a:cxn ang="0">
                  <a:pos x="423" y="88"/>
                </a:cxn>
                <a:cxn ang="0">
                  <a:pos x="10" y="88"/>
                </a:cxn>
              </a:cxnLst>
              <a:rect l="0" t="0" r="r" b="b"/>
              <a:pathLst>
                <a:path w="736" h="88">
                  <a:moveTo>
                    <a:pt x="10" y="88"/>
                  </a:moveTo>
                  <a:lnTo>
                    <a:pt x="0" y="33"/>
                  </a:lnTo>
                  <a:lnTo>
                    <a:pt x="156" y="0"/>
                  </a:lnTo>
                  <a:lnTo>
                    <a:pt x="736" y="9"/>
                  </a:lnTo>
                  <a:lnTo>
                    <a:pt x="423" y="88"/>
                  </a:lnTo>
                  <a:lnTo>
                    <a:pt x="10" y="88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4" name="Freeform 26"/>
            <p:cNvSpPr>
              <a:spLocks/>
            </p:cNvSpPr>
            <p:nvPr/>
          </p:nvSpPr>
          <p:spPr bwMode="auto">
            <a:xfrm>
              <a:off x="646" y="3034"/>
              <a:ext cx="650" cy="41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306" y="3"/>
                </a:cxn>
                <a:cxn ang="0">
                  <a:pos x="628" y="0"/>
                </a:cxn>
                <a:cxn ang="0">
                  <a:pos x="508" y="62"/>
                </a:cxn>
                <a:cxn ang="0">
                  <a:pos x="0" y="69"/>
                </a:cxn>
              </a:cxnLst>
              <a:rect l="0" t="0" r="r" b="b"/>
              <a:pathLst>
                <a:path w="628" h="69">
                  <a:moveTo>
                    <a:pt x="0" y="69"/>
                  </a:moveTo>
                  <a:lnTo>
                    <a:pt x="306" y="3"/>
                  </a:lnTo>
                  <a:lnTo>
                    <a:pt x="628" y="0"/>
                  </a:lnTo>
                  <a:lnTo>
                    <a:pt x="508" y="6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5" name="Freeform 27"/>
            <p:cNvSpPr>
              <a:spLocks/>
            </p:cNvSpPr>
            <p:nvPr/>
          </p:nvSpPr>
          <p:spPr bwMode="auto">
            <a:xfrm>
              <a:off x="3270" y="3098"/>
              <a:ext cx="866" cy="61"/>
            </a:xfrm>
            <a:custGeom>
              <a:avLst/>
              <a:gdLst/>
              <a:ahLst/>
              <a:cxnLst>
                <a:cxn ang="0">
                  <a:pos x="837" y="75"/>
                </a:cxn>
                <a:cxn ang="0">
                  <a:pos x="837" y="42"/>
                </a:cxn>
                <a:cxn ang="0">
                  <a:pos x="546" y="0"/>
                </a:cxn>
                <a:cxn ang="0">
                  <a:pos x="0" y="0"/>
                </a:cxn>
                <a:cxn ang="0">
                  <a:pos x="313" y="73"/>
                </a:cxn>
                <a:cxn ang="0">
                  <a:pos x="837" y="75"/>
                </a:cxn>
              </a:cxnLst>
              <a:rect l="0" t="0" r="r" b="b"/>
              <a:pathLst>
                <a:path w="837" h="75">
                  <a:moveTo>
                    <a:pt x="837" y="75"/>
                  </a:moveTo>
                  <a:lnTo>
                    <a:pt x="837" y="42"/>
                  </a:lnTo>
                  <a:lnTo>
                    <a:pt x="546" y="0"/>
                  </a:lnTo>
                  <a:lnTo>
                    <a:pt x="0" y="0"/>
                  </a:lnTo>
                  <a:lnTo>
                    <a:pt x="313" y="73"/>
                  </a:lnTo>
                  <a:lnTo>
                    <a:pt x="837" y="75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6" name="Freeform 28"/>
            <p:cNvSpPr>
              <a:spLocks/>
            </p:cNvSpPr>
            <p:nvPr/>
          </p:nvSpPr>
          <p:spPr bwMode="auto">
            <a:xfrm>
              <a:off x="2921" y="3029"/>
              <a:ext cx="659" cy="32"/>
            </a:xfrm>
            <a:custGeom>
              <a:avLst/>
              <a:gdLst/>
              <a:ahLst/>
              <a:cxnLst>
                <a:cxn ang="0">
                  <a:pos x="636" y="40"/>
                </a:cxn>
                <a:cxn ang="0">
                  <a:pos x="369" y="0"/>
                </a:cxn>
                <a:cxn ang="0">
                  <a:pos x="0" y="3"/>
                </a:cxn>
                <a:cxn ang="0">
                  <a:pos x="157" y="37"/>
                </a:cxn>
                <a:cxn ang="0">
                  <a:pos x="636" y="40"/>
                </a:cxn>
              </a:cxnLst>
              <a:rect l="0" t="0" r="r" b="b"/>
              <a:pathLst>
                <a:path w="636" h="40">
                  <a:moveTo>
                    <a:pt x="636" y="40"/>
                  </a:moveTo>
                  <a:lnTo>
                    <a:pt x="369" y="0"/>
                  </a:lnTo>
                  <a:lnTo>
                    <a:pt x="0" y="3"/>
                  </a:lnTo>
                  <a:lnTo>
                    <a:pt x="157" y="37"/>
                  </a:lnTo>
                  <a:lnTo>
                    <a:pt x="636" y="4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365601" name="Line 33"/>
          <p:cNvSpPr>
            <a:spLocks noChangeShapeType="1"/>
          </p:cNvSpPr>
          <p:nvPr/>
        </p:nvSpPr>
        <p:spPr bwMode="auto">
          <a:xfrm>
            <a:off x="2057400" y="2590800"/>
            <a:ext cx="541020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05" r:id="rId1"/>
    <p:sldLayoutId id="2147485006" r:id="rId2"/>
    <p:sldLayoutId id="2147485007" r:id="rId3"/>
    <p:sldLayoutId id="2147485008" r:id="rId4"/>
    <p:sldLayoutId id="2147485009" r:id="rId5"/>
    <p:sldLayoutId id="2147485010" r:id="rId6"/>
    <p:sldLayoutId id="2147485011" r:id="rId7"/>
    <p:sldLayoutId id="2147485012" r:id="rId8"/>
    <p:sldLayoutId id="2147485013" r:id="rId9"/>
    <p:sldLayoutId id="2147485014" r:id="rId10"/>
    <p:sldLayoutId id="2147485015" r:id="rId11"/>
  </p:sldLayoutIdLst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4"/>
          <p:cNvGrpSpPr>
            <a:grpSpLocks/>
          </p:cNvGrpSpPr>
          <p:nvPr/>
        </p:nvGrpSpPr>
        <p:grpSpPr bwMode="auto">
          <a:xfrm>
            <a:off x="0" y="4876800"/>
            <a:ext cx="9906000" cy="1981200"/>
            <a:chOff x="240" y="3029"/>
            <a:chExt cx="3896" cy="379"/>
          </a:xfrm>
        </p:grpSpPr>
        <p:sp>
          <p:nvSpPr>
            <p:cNvPr id="365573" name="AutoShape 5"/>
            <p:cNvSpPr>
              <a:spLocks noChangeArrowheads="1"/>
            </p:cNvSpPr>
            <p:nvPr/>
          </p:nvSpPr>
          <p:spPr bwMode="auto">
            <a:xfrm>
              <a:off x="449" y="3205"/>
              <a:ext cx="3491" cy="203"/>
            </a:xfrm>
            <a:prstGeom prst="triangle">
              <a:avLst>
                <a:gd name="adj" fmla="val 50000"/>
              </a:avLst>
            </a:prstGeom>
            <a:solidFill>
              <a:srgbClr val="F0F0F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4" name="Freeform 6"/>
            <p:cNvSpPr>
              <a:spLocks/>
            </p:cNvSpPr>
            <p:nvPr/>
          </p:nvSpPr>
          <p:spPr bwMode="auto">
            <a:xfrm>
              <a:off x="255" y="3034"/>
              <a:ext cx="3874" cy="374"/>
            </a:xfrm>
            <a:custGeom>
              <a:avLst/>
              <a:gdLst/>
              <a:ahLst/>
              <a:cxnLst>
                <a:cxn ang="0">
                  <a:pos x="0" y="107"/>
                </a:cxn>
                <a:cxn ang="0">
                  <a:pos x="740" y="13"/>
                </a:cxn>
                <a:cxn ang="0">
                  <a:pos x="2974" y="0"/>
                </a:cxn>
                <a:cxn ang="0">
                  <a:pos x="3747" y="127"/>
                </a:cxn>
                <a:cxn ang="0">
                  <a:pos x="3747" y="447"/>
                </a:cxn>
                <a:cxn ang="0">
                  <a:pos x="0" y="447"/>
                </a:cxn>
                <a:cxn ang="0">
                  <a:pos x="0" y="107"/>
                </a:cxn>
              </a:cxnLst>
              <a:rect l="0" t="0" r="r" b="b"/>
              <a:pathLst>
                <a:path w="3747" h="447">
                  <a:moveTo>
                    <a:pt x="0" y="107"/>
                  </a:moveTo>
                  <a:lnTo>
                    <a:pt x="740" y="13"/>
                  </a:lnTo>
                  <a:lnTo>
                    <a:pt x="2974" y="0"/>
                  </a:lnTo>
                  <a:lnTo>
                    <a:pt x="3747" y="127"/>
                  </a:lnTo>
                  <a:lnTo>
                    <a:pt x="3747" y="447"/>
                  </a:lnTo>
                  <a:lnTo>
                    <a:pt x="0" y="447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5" name="Freeform 7"/>
            <p:cNvSpPr>
              <a:spLocks/>
            </p:cNvSpPr>
            <p:nvPr/>
          </p:nvSpPr>
          <p:spPr bwMode="auto">
            <a:xfrm>
              <a:off x="340" y="3258"/>
              <a:ext cx="1062" cy="141"/>
            </a:xfrm>
            <a:custGeom>
              <a:avLst/>
              <a:gdLst/>
              <a:ahLst/>
              <a:cxnLst>
                <a:cxn ang="0">
                  <a:pos x="0" y="169"/>
                </a:cxn>
                <a:cxn ang="0">
                  <a:pos x="487" y="3"/>
                </a:cxn>
                <a:cxn ang="0">
                  <a:pos x="1027" y="0"/>
                </a:cxn>
                <a:cxn ang="0">
                  <a:pos x="700" y="169"/>
                </a:cxn>
                <a:cxn ang="0">
                  <a:pos x="0" y="169"/>
                </a:cxn>
              </a:cxnLst>
              <a:rect l="0" t="0" r="r" b="b"/>
              <a:pathLst>
                <a:path w="1027" h="169">
                  <a:moveTo>
                    <a:pt x="0" y="169"/>
                  </a:moveTo>
                  <a:lnTo>
                    <a:pt x="487" y="3"/>
                  </a:lnTo>
                  <a:lnTo>
                    <a:pt x="1027" y="0"/>
                  </a:lnTo>
                  <a:lnTo>
                    <a:pt x="700" y="169"/>
                  </a:lnTo>
                  <a:lnTo>
                    <a:pt x="0" y="169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6" name="Freeform 8"/>
            <p:cNvSpPr>
              <a:spLocks/>
            </p:cNvSpPr>
            <p:nvPr/>
          </p:nvSpPr>
          <p:spPr bwMode="auto">
            <a:xfrm>
              <a:off x="1185" y="3108"/>
              <a:ext cx="572" cy="6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03" y="0"/>
                </a:cxn>
                <a:cxn ang="0">
                  <a:pos x="554" y="3"/>
                </a:cxn>
                <a:cxn ang="0">
                  <a:pos x="403" y="73"/>
                </a:cxn>
                <a:cxn ang="0">
                  <a:pos x="0" y="72"/>
                </a:cxn>
              </a:cxnLst>
              <a:rect l="0" t="0" r="r" b="b"/>
              <a:pathLst>
                <a:path w="554" h="73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403" y="7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7" name="Freeform 9"/>
            <p:cNvSpPr>
              <a:spLocks/>
            </p:cNvSpPr>
            <p:nvPr/>
          </p:nvSpPr>
          <p:spPr bwMode="auto">
            <a:xfrm>
              <a:off x="1540" y="3034"/>
              <a:ext cx="393" cy="38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03" y="0"/>
                </a:cxn>
                <a:cxn ang="0">
                  <a:pos x="554" y="3"/>
                </a:cxn>
                <a:cxn ang="0">
                  <a:pos x="378" y="72"/>
                </a:cxn>
                <a:cxn ang="0">
                  <a:pos x="0" y="72"/>
                </a:cxn>
              </a:cxnLst>
              <a:rect l="0" t="0" r="r" b="b"/>
              <a:pathLst>
                <a:path w="554" h="72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378" y="72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8" name="Freeform 10"/>
            <p:cNvSpPr>
              <a:spLocks/>
            </p:cNvSpPr>
            <p:nvPr/>
          </p:nvSpPr>
          <p:spPr bwMode="auto">
            <a:xfrm>
              <a:off x="2889" y="3258"/>
              <a:ext cx="958" cy="141"/>
            </a:xfrm>
            <a:custGeom>
              <a:avLst/>
              <a:gdLst/>
              <a:ahLst/>
              <a:cxnLst>
                <a:cxn ang="0">
                  <a:pos x="926" y="169"/>
                </a:cxn>
                <a:cxn ang="0">
                  <a:pos x="499" y="3"/>
                </a:cxn>
                <a:cxn ang="0">
                  <a:pos x="0" y="0"/>
                </a:cxn>
                <a:cxn ang="0">
                  <a:pos x="286" y="169"/>
                </a:cxn>
                <a:cxn ang="0">
                  <a:pos x="926" y="169"/>
                </a:cxn>
              </a:cxnLst>
              <a:rect l="0" t="0" r="r" b="b"/>
              <a:pathLst>
                <a:path w="926" h="169">
                  <a:moveTo>
                    <a:pt x="926" y="169"/>
                  </a:moveTo>
                  <a:lnTo>
                    <a:pt x="499" y="3"/>
                  </a:lnTo>
                  <a:lnTo>
                    <a:pt x="0" y="0"/>
                  </a:lnTo>
                  <a:lnTo>
                    <a:pt x="286" y="169"/>
                  </a:lnTo>
                  <a:lnTo>
                    <a:pt x="926" y="169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9" name="Freeform 11"/>
            <p:cNvSpPr>
              <a:spLocks/>
            </p:cNvSpPr>
            <p:nvPr/>
          </p:nvSpPr>
          <p:spPr bwMode="auto">
            <a:xfrm>
              <a:off x="2542" y="3102"/>
              <a:ext cx="572" cy="60"/>
            </a:xfrm>
            <a:custGeom>
              <a:avLst/>
              <a:gdLst/>
              <a:ahLst/>
              <a:cxnLst>
                <a:cxn ang="0">
                  <a:pos x="554" y="72"/>
                </a:cxn>
                <a:cxn ang="0">
                  <a:pos x="351" y="0"/>
                </a:cxn>
                <a:cxn ang="0">
                  <a:pos x="0" y="3"/>
                </a:cxn>
                <a:cxn ang="0">
                  <a:pos x="149" y="75"/>
                </a:cxn>
                <a:cxn ang="0">
                  <a:pos x="554" y="72"/>
                </a:cxn>
              </a:cxnLst>
              <a:rect l="0" t="0" r="r" b="b"/>
              <a:pathLst>
                <a:path w="554" h="75">
                  <a:moveTo>
                    <a:pt x="554" y="72"/>
                  </a:moveTo>
                  <a:lnTo>
                    <a:pt x="351" y="0"/>
                  </a:lnTo>
                  <a:lnTo>
                    <a:pt x="0" y="3"/>
                  </a:lnTo>
                  <a:lnTo>
                    <a:pt x="149" y="75"/>
                  </a:lnTo>
                  <a:lnTo>
                    <a:pt x="554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0" name="Freeform 12"/>
            <p:cNvSpPr>
              <a:spLocks/>
            </p:cNvSpPr>
            <p:nvPr/>
          </p:nvSpPr>
          <p:spPr bwMode="auto">
            <a:xfrm>
              <a:off x="2416" y="3034"/>
              <a:ext cx="391" cy="41"/>
            </a:xfrm>
            <a:custGeom>
              <a:avLst/>
              <a:gdLst/>
              <a:ahLst/>
              <a:cxnLst>
                <a:cxn ang="0">
                  <a:pos x="380" y="47"/>
                </a:cxn>
                <a:cxn ang="0">
                  <a:pos x="241" y="0"/>
                </a:cxn>
                <a:cxn ang="0">
                  <a:pos x="0" y="2"/>
                </a:cxn>
                <a:cxn ang="0">
                  <a:pos x="78" y="50"/>
                </a:cxn>
                <a:cxn ang="0">
                  <a:pos x="380" y="47"/>
                </a:cxn>
              </a:cxnLst>
              <a:rect l="0" t="0" r="r" b="b"/>
              <a:pathLst>
                <a:path w="380" h="50">
                  <a:moveTo>
                    <a:pt x="380" y="47"/>
                  </a:moveTo>
                  <a:lnTo>
                    <a:pt x="241" y="0"/>
                  </a:lnTo>
                  <a:lnTo>
                    <a:pt x="0" y="2"/>
                  </a:lnTo>
                  <a:lnTo>
                    <a:pt x="78" y="50"/>
                  </a:lnTo>
                  <a:lnTo>
                    <a:pt x="380" y="47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1" name="Freeform 13"/>
            <p:cNvSpPr>
              <a:spLocks/>
            </p:cNvSpPr>
            <p:nvPr/>
          </p:nvSpPr>
          <p:spPr bwMode="auto">
            <a:xfrm>
              <a:off x="1719" y="3258"/>
              <a:ext cx="673" cy="141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2" name="Freeform 14"/>
            <p:cNvSpPr>
              <a:spLocks/>
            </p:cNvSpPr>
            <p:nvPr/>
          </p:nvSpPr>
          <p:spPr bwMode="auto">
            <a:xfrm>
              <a:off x="1923" y="3102"/>
              <a:ext cx="360" cy="72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3" name="Freeform 15"/>
            <p:cNvSpPr>
              <a:spLocks noChangeAspect="1"/>
            </p:cNvSpPr>
            <p:nvPr/>
          </p:nvSpPr>
          <p:spPr bwMode="auto">
            <a:xfrm>
              <a:off x="2032" y="3034"/>
              <a:ext cx="181" cy="3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4111" name="Group 16"/>
            <p:cNvGrpSpPr>
              <a:grpSpLocks/>
            </p:cNvGrpSpPr>
            <p:nvPr/>
          </p:nvGrpSpPr>
          <p:grpSpPr bwMode="auto">
            <a:xfrm>
              <a:off x="1393" y="3064"/>
              <a:ext cx="645" cy="200"/>
              <a:chOff x="1433" y="5189"/>
              <a:chExt cx="623" cy="240"/>
            </a:xfrm>
          </p:grpSpPr>
          <p:sp>
            <p:nvSpPr>
              <p:cNvPr id="365585" name="Freeform 17"/>
              <p:cNvSpPr>
                <a:spLocks/>
              </p:cNvSpPr>
              <p:nvPr/>
            </p:nvSpPr>
            <p:spPr bwMode="auto">
              <a:xfrm>
                <a:off x="1433" y="5307"/>
                <a:ext cx="540" cy="122"/>
              </a:xfrm>
              <a:custGeom>
                <a:avLst/>
                <a:gdLst/>
                <a:ahLst/>
                <a:cxnLst>
                  <a:cxn ang="0">
                    <a:pos x="214" y="0"/>
                  </a:cxn>
                  <a:cxn ang="0">
                    <a:pos x="540" y="0"/>
                  </a:cxn>
                  <a:cxn ang="0">
                    <a:pos x="447" y="120"/>
                  </a:cxn>
                  <a:cxn ang="0">
                    <a:pos x="0" y="122"/>
                  </a:cxn>
                  <a:cxn ang="0">
                    <a:pos x="214" y="0"/>
                  </a:cxn>
                </a:cxnLst>
                <a:rect l="0" t="0" r="r" b="b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0" rIns="90000" bIns="0" anchor="ctr"/>
              <a:lstStyle/>
              <a:p>
                <a:pPr algn="ctr">
                  <a:defRPr/>
                </a:pPr>
                <a:endParaRPr lang="ko-KR" alt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65586" name="Freeform 18"/>
              <p:cNvSpPr>
                <a:spLocks noChangeAspect="1"/>
              </p:cNvSpPr>
              <p:nvPr/>
            </p:nvSpPr>
            <p:spPr bwMode="auto">
              <a:xfrm>
                <a:off x="1746" y="5189"/>
                <a:ext cx="310" cy="60"/>
              </a:xfrm>
              <a:custGeom>
                <a:avLst/>
                <a:gdLst/>
                <a:ahLst/>
                <a:cxnLst>
                  <a:cxn ang="0">
                    <a:pos x="214" y="0"/>
                  </a:cxn>
                  <a:cxn ang="0">
                    <a:pos x="540" y="0"/>
                  </a:cxn>
                  <a:cxn ang="0">
                    <a:pos x="447" y="120"/>
                  </a:cxn>
                  <a:cxn ang="0">
                    <a:pos x="0" y="122"/>
                  </a:cxn>
                  <a:cxn ang="0">
                    <a:pos x="214" y="0"/>
                  </a:cxn>
                </a:cxnLst>
                <a:rect l="0" t="0" r="r" b="b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0" rIns="90000" bIns="0" anchor="ctr"/>
              <a:lstStyle/>
              <a:p>
                <a:pPr algn="ctr">
                  <a:defRPr/>
                </a:pPr>
                <a:endParaRPr lang="ko-KR" alt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65587" name="Freeform 19"/>
            <p:cNvSpPr>
              <a:spLocks/>
            </p:cNvSpPr>
            <p:nvPr/>
          </p:nvSpPr>
          <p:spPr bwMode="auto">
            <a:xfrm>
              <a:off x="2276" y="3159"/>
              <a:ext cx="634" cy="99"/>
            </a:xfrm>
            <a:custGeom>
              <a:avLst/>
              <a:gdLst/>
              <a:ahLst/>
              <a:cxnLst>
                <a:cxn ang="0">
                  <a:pos x="393" y="0"/>
                </a:cxn>
                <a:cxn ang="0">
                  <a:pos x="0" y="0"/>
                </a:cxn>
                <a:cxn ang="0">
                  <a:pos x="40" y="120"/>
                </a:cxn>
                <a:cxn ang="0">
                  <a:pos x="613" y="124"/>
                </a:cxn>
                <a:cxn ang="0">
                  <a:pos x="393" y="0"/>
                </a:cxn>
              </a:cxnLst>
              <a:rect l="0" t="0" r="r" b="b"/>
              <a:pathLst>
                <a:path w="613" h="124">
                  <a:moveTo>
                    <a:pt x="393" y="0"/>
                  </a:moveTo>
                  <a:lnTo>
                    <a:pt x="0" y="0"/>
                  </a:lnTo>
                  <a:lnTo>
                    <a:pt x="40" y="120"/>
                  </a:lnTo>
                  <a:lnTo>
                    <a:pt x="613" y="124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8" name="Freeform 20"/>
            <p:cNvSpPr>
              <a:spLocks noChangeAspect="1"/>
            </p:cNvSpPr>
            <p:nvPr/>
          </p:nvSpPr>
          <p:spPr bwMode="auto">
            <a:xfrm>
              <a:off x="2219" y="3064"/>
              <a:ext cx="365" cy="43"/>
            </a:xfrm>
            <a:custGeom>
              <a:avLst/>
              <a:gdLst/>
              <a:ahLst/>
              <a:cxnLst>
                <a:cxn ang="0">
                  <a:pos x="247" y="0"/>
                </a:cxn>
                <a:cxn ang="0">
                  <a:pos x="0" y="6"/>
                </a:cxn>
                <a:cxn ang="0">
                  <a:pos x="14" y="53"/>
                </a:cxn>
                <a:cxn ang="0">
                  <a:pos x="354" y="53"/>
                </a:cxn>
                <a:cxn ang="0">
                  <a:pos x="247" y="0"/>
                </a:cxn>
              </a:cxnLst>
              <a:rect l="0" t="0" r="r" b="b"/>
              <a:pathLst>
                <a:path w="354" h="53">
                  <a:moveTo>
                    <a:pt x="247" y="0"/>
                  </a:moveTo>
                  <a:lnTo>
                    <a:pt x="0" y="6"/>
                  </a:lnTo>
                  <a:lnTo>
                    <a:pt x="14" y="53"/>
                  </a:lnTo>
                  <a:lnTo>
                    <a:pt x="354" y="53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9" name="Freeform 21"/>
            <p:cNvSpPr>
              <a:spLocks/>
            </p:cNvSpPr>
            <p:nvPr/>
          </p:nvSpPr>
          <p:spPr bwMode="auto">
            <a:xfrm>
              <a:off x="255" y="3159"/>
              <a:ext cx="960" cy="102"/>
            </a:xfrm>
            <a:custGeom>
              <a:avLst/>
              <a:gdLst/>
              <a:ahLst/>
              <a:cxnLst>
                <a:cxn ang="0">
                  <a:pos x="414" y="0"/>
                </a:cxn>
                <a:cxn ang="0">
                  <a:pos x="927" y="0"/>
                </a:cxn>
                <a:cxn ang="0">
                  <a:pos x="580" y="127"/>
                </a:cxn>
                <a:cxn ang="0">
                  <a:pos x="0" y="120"/>
                </a:cxn>
                <a:cxn ang="0">
                  <a:pos x="0" y="93"/>
                </a:cxn>
                <a:cxn ang="0">
                  <a:pos x="414" y="0"/>
                </a:cxn>
              </a:cxnLst>
              <a:rect l="0" t="0" r="r" b="b"/>
              <a:pathLst>
                <a:path w="927" h="127">
                  <a:moveTo>
                    <a:pt x="414" y="0"/>
                  </a:moveTo>
                  <a:lnTo>
                    <a:pt x="927" y="0"/>
                  </a:lnTo>
                  <a:lnTo>
                    <a:pt x="580" y="127"/>
                  </a:lnTo>
                  <a:lnTo>
                    <a:pt x="0" y="120"/>
                  </a:lnTo>
                  <a:lnTo>
                    <a:pt x="0" y="93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0" name="Freeform 22"/>
            <p:cNvSpPr>
              <a:spLocks noChangeAspect="1"/>
            </p:cNvSpPr>
            <p:nvPr/>
          </p:nvSpPr>
          <p:spPr bwMode="auto">
            <a:xfrm>
              <a:off x="954" y="3069"/>
              <a:ext cx="604" cy="42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585" y="0"/>
                </a:cxn>
                <a:cxn ang="0">
                  <a:pos x="435" y="50"/>
                </a:cxn>
                <a:cxn ang="0">
                  <a:pos x="0" y="51"/>
                </a:cxn>
                <a:cxn ang="0">
                  <a:pos x="232" y="0"/>
                </a:cxn>
              </a:cxnLst>
              <a:rect l="0" t="0" r="r" b="b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1" name="Freeform 23"/>
            <p:cNvSpPr>
              <a:spLocks/>
            </p:cNvSpPr>
            <p:nvPr/>
          </p:nvSpPr>
          <p:spPr bwMode="auto">
            <a:xfrm>
              <a:off x="3073" y="3160"/>
              <a:ext cx="1056" cy="106"/>
            </a:xfrm>
            <a:custGeom>
              <a:avLst/>
              <a:gdLst/>
              <a:ahLst/>
              <a:cxnLst>
                <a:cxn ang="0">
                  <a:pos x="513" y="0"/>
                </a:cxn>
                <a:cxn ang="0">
                  <a:pos x="0" y="0"/>
                </a:cxn>
                <a:cxn ang="0">
                  <a:pos x="347" y="127"/>
                </a:cxn>
                <a:cxn ang="0">
                  <a:pos x="1021" y="122"/>
                </a:cxn>
                <a:cxn ang="0">
                  <a:pos x="513" y="0"/>
                </a:cxn>
              </a:cxnLst>
              <a:rect l="0" t="0" r="r" b="b"/>
              <a:pathLst>
                <a:path w="1021" h="127">
                  <a:moveTo>
                    <a:pt x="513" y="0"/>
                  </a:moveTo>
                  <a:lnTo>
                    <a:pt x="0" y="0"/>
                  </a:lnTo>
                  <a:lnTo>
                    <a:pt x="347" y="127"/>
                  </a:lnTo>
                  <a:lnTo>
                    <a:pt x="1021" y="122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2" name="Freeform 24"/>
            <p:cNvSpPr>
              <a:spLocks noChangeAspect="1"/>
            </p:cNvSpPr>
            <p:nvPr/>
          </p:nvSpPr>
          <p:spPr bwMode="auto">
            <a:xfrm flipH="1">
              <a:off x="2740" y="3061"/>
              <a:ext cx="603" cy="43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585" y="0"/>
                </a:cxn>
                <a:cxn ang="0">
                  <a:pos x="435" y="50"/>
                </a:cxn>
                <a:cxn ang="0">
                  <a:pos x="0" y="51"/>
                </a:cxn>
                <a:cxn ang="0">
                  <a:pos x="232" y="0"/>
                </a:cxn>
              </a:cxnLst>
              <a:rect l="0" t="0" r="r" b="b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3" name="Freeform 25"/>
            <p:cNvSpPr>
              <a:spLocks/>
            </p:cNvSpPr>
            <p:nvPr/>
          </p:nvSpPr>
          <p:spPr bwMode="auto">
            <a:xfrm>
              <a:off x="240" y="3102"/>
              <a:ext cx="759" cy="57"/>
            </a:xfrm>
            <a:custGeom>
              <a:avLst/>
              <a:gdLst/>
              <a:ahLst/>
              <a:cxnLst>
                <a:cxn ang="0">
                  <a:pos x="10" y="88"/>
                </a:cxn>
                <a:cxn ang="0">
                  <a:pos x="0" y="33"/>
                </a:cxn>
                <a:cxn ang="0">
                  <a:pos x="156" y="0"/>
                </a:cxn>
                <a:cxn ang="0">
                  <a:pos x="736" y="9"/>
                </a:cxn>
                <a:cxn ang="0">
                  <a:pos x="423" y="88"/>
                </a:cxn>
                <a:cxn ang="0">
                  <a:pos x="10" y="88"/>
                </a:cxn>
              </a:cxnLst>
              <a:rect l="0" t="0" r="r" b="b"/>
              <a:pathLst>
                <a:path w="736" h="88">
                  <a:moveTo>
                    <a:pt x="10" y="88"/>
                  </a:moveTo>
                  <a:lnTo>
                    <a:pt x="0" y="33"/>
                  </a:lnTo>
                  <a:lnTo>
                    <a:pt x="156" y="0"/>
                  </a:lnTo>
                  <a:lnTo>
                    <a:pt x="736" y="9"/>
                  </a:lnTo>
                  <a:lnTo>
                    <a:pt x="423" y="88"/>
                  </a:lnTo>
                  <a:lnTo>
                    <a:pt x="10" y="88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4" name="Freeform 26"/>
            <p:cNvSpPr>
              <a:spLocks/>
            </p:cNvSpPr>
            <p:nvPr/>
          </p:nvSpPr>
          <p:spPr bwMode="auto">
            <a:xfrm>
              <a:off x="646" y="3034"/>
              <a:ext cx="650" cy="41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306" y="3"/>
                </a:cxn>
                <a:cxn ang="0">
                  <a:pos x="628" y="0"/>
                </a:cxn>
                <a:cxn ang="0">
                  <a:pos x="508" y="62"/>
                </a:cxn>
                <a:cxn ang="0">
                  <a:pos x="0" y="69"/>
                </a:cxn>
              </a:cxnLst>
              <a:rect l="0" t="0" r="r" b="b"/>
              <a:pathLst>
                <a:path w="628" h="69">
                  <a:moveTo>
                    <a:pt x="0" y="69"/>
                  </a:moveTo>
                  <a:lnTo>
                    <a:pt x="306" y="3"/>
                  </a:lnTo>
                  <a:lnTo>
                    <a:pt x="628" y="0"/>
                  </a:lnTo>
                  <a:lnTo>
                    <a:pt x="508" y="6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5" name="Freeform 27"/>
            <p:cNvSpPr>
              <a:spLocks/>
            </p:cNvSpPr>
            <p:nvPr/>
          </p:nvSpPr>
          <p:spPr bwMode="auto">
            <a:xfrm>
              <a:off x="3270" y="3098"/>
              <a:ext cx="866" cy="61"/>
            </a:xfrm>
            <a:custGeom>
              <a:avLst/>
              <a:gdLst/>
              <a:ahLst/>
              <a:cxnLst>
                <a:cxn ang="0">
                  <a:pos x="837" y="75"/>
                </a:cxn>
                <a:cxn ang="0">
                  <a:pos x="837" y="42"/>
                </a:cxn>
                <a:cxn ang="0">
                  <a:pos x="546" y="0"/>
                </a:cxn>
                <a:cxn ang="0">
                  <a:pos x="0" y="0"/>
                </a:cxn>
                <a:cxn ang="0">
                  <a:pos x="313" y="73"/>
                </a:cxn>
                <a:cxn ang="0">
                  <a:pos x="837" y="75"/>
                </a:cxn>
              </a:cxnLst>
              <a:rect l="0" t="0" r="r" b="b"/>
              <a:pathLst>
                <a:path w="837" h="75">
                  <a:moveTo>
                    <a:pt x="837" y="75"/>
                  </a:moveTo>
                  <a:lnTo>
                    <a:pt x="837" y="42"/>
                  </a:lnTo>
                  <a:lnTo>
                    <a:pt x="546" y="0"/>
                  </a:lnTo>
                  <a:lnTo>
                    <a:pt x="0" y="0"/>
                  </a:lnTo>
                  <a:lnTo>
                    <a:pt x="313" y="73"/>
                  </a:lnTo>
                  <a:lnTo>
                    <a:pt x="837" y="75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6" name="Freeform 28"/>
            <p:cNvSpPr>
              <a:spLocks/>
            </p:cNvSpPr>
            <p:nvPr/>
          </p:nvSpPr>
          <p:spPr bwMode="auto">
            <a:xfrm>
              <a:off x="2921" y="3029"/>
              <a:ext cx="659" cy="32"/>
            </a:xfrm>
            <a:custGeom>
              <a:avLst/>
              <a:gdLst/>
              <a:ahLst/>
              <a:cxnLst>
                <a:cxn ang="0">
                  <a:pos x="636" y="40"/>
                </a:cxn>
                <a:cxn ang="0">
                  <a:pos x="369" y="0"/>
                </a:cxn>
                <a:cxn ang="0">
                  <a:pos x="0" y="3"/>
                </a:cxn>
                <a:cxn ang="0">
                  <a:pos x="157" y="37"/>
                </a:cxn>
                <a:cxn ang="0">
                  <a:pos x="636" y="40"/>
                </a:cxn>
              </a:cxnLst>
              <a:rect l="0" t="0" r="r" b="b"/>
              <a:pathLst>
                <a:path w="636" h="40">
                  <a:moveTo>
                    <a:pt x="636" y="40"/>
                  </a:moveTo>
                  <a:lnTo>
                    <a:pt x="369" y="0"/>
                  </a:lnTo>
                  <a:lnTo>
                    <a:pt x="0" y="3"/>
                  </a:lnTo>
                  <a:lnTo>
                    <a:pt x="157" y="37"/>
                  </a:lnTo>
                  <a:lnTo>
                    <a:pt x="636" y="4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365601" name="Line 33"/>
          <p:cNvSpPr>
            <a:spLocks noChangeShapeType="1"/>
          </p:cNvSpPr>
          <p:nvPr/>
        </p:nvSpPr>
        <p:spPr bwMode="auto">
          <a:xfrm>
            <a:off x="2057400" y="2590800"/>
            <a:ext cx="541020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64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3" r:id="rId1"/>
    <p:sldLayoutId id="2147485114" r:id="rId2"/>
    <p:sldLayoutId id="2147485115" r:id="rId3"/>
    <p:sldLayoutId id="2147485116" r:id="rId4"/>
    <p:sldLayoutId id="2147485117" r:id="rId5"/>
    <p:sldLayoutId id="2147485118" r:id="rId6"/>
    <p:sldLayoutId id="2147485119" r:id="rId7"/>
    <p:sldLayoutId id="2147485120" r:id="rId8"/>
    <p:sldLayoutId id="2147485121" r:id="rId9"/>
    <p:sldLayoutId id="2147485122" r:id="rId10"/>
    <p:sldLayoutId id="2147485123" r:id="rId11"/>
  </p:sldLayoutIdLst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4"/>
          <p:cNvGrpSpPr>
            <a:grpSpLocks/>
          </p:cNvGrpSpPr>
          <p:nvPr userDrawn="1"/>
        </p:nvGrpSpPr>
        <p:grpSpPr bwMode="auto">
          <a:xfrm>
            <a:off x="0" y="4876800"/>
            <a:ext cx="9906000" cy="1981200"/>
            <a:chOff x="240" y="3029"/>
            <a:chExt cx="3896" cy="379"/>
          </a:xfrm>
        </p:grpSpPr>
        <p:sp>
          <p:nvSpPr>
            <p:cNvPr id="365573" name="AutoShape 5"/>
            <p:cNvSpPr>
              <a:spLocks noChangeArrowheads="1"/>
            </p:cNvSpPr>
            <p:nvPr/>
          </p:nvSpPr>
          <p:spPr bwMode="auto">
            <a:xfrm>
              <a:off x="449" y="3205"/>
              <a:ext cx="3491" cy="203"/>
            </a:xfrm>
            <a:prstGeom prst="triangle">
              <a:avLst>
                <a:gd name="adj" fmla="val 50000"/>
              </a:avLst>
            </a:prstGeom>
            <a:solidFill>
              <a:srgbClr val="F0F0F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4" name="Freeform 6"/>
            <p:cNvSpPr>
              <a:spLocks/>
            </p:cNvSpPr>
            <p:nvPr/>
          </p:nvSpPr>
          <p:spPr bwMode="auto">
            <a:xfrm>
              <a:off x="255" y="3034"/>
              <a:ext cx="3874" cy="374"/>
            </a:xfrm>
            <a:custGeom>
              <a:avLst/>
              <a:gdLst/>
              <a:ahLst/>
              <a:cxnLst>
                <a:cxn ang="0">
                  <a:pos x="0" y="107"/>
                </a:cxn>
                <a:cxn ang="0">
                  <a:pos x="740" y="13"/>
                </a:cxn>
                <a:cxn ang="0">
                  <a:pos x="2974" y="0"/>
                </a:cxn>
                <a:cxn ang="0">
                  <a:pos x="3747" y="127"/>
                </a:cxn>
                <a:cxn ang="0">
                  <a:pos x="3747" y="447"/>
                </a:cxn>
                <a:cxn ang="0">
                  <a:pos x="0" y="447"/>
                </a:cxn>
                <a:cxn ang="0">
                  <a:pos x="0" y="107"/>
                </a:cxn>
              </a:cxnLst>
              <a:rect l="0" t="0" r="r" b="b"/>
              <a:pathLst>
                <a:path w="3747" h="447">
                  <a:moveTo>
                    <a:pt x="0" y="107"/>
                  </a:moveTo>
                  <a:lnTo>
                    <a:pt x="740" y="13"/>
                  </a:lnTo>
                  <a:lnTo>
                    <a:pt x="2974" y="0"/>
                  </a:lnTo>
                  <a:lnTo>
                    <a:pt x="3747" y="127"/>
                  </a:lnTo>
                  <a:lnTo>
                    <a:pt x="3747" y="447"/>
                  </a:lnTo>
                  <a:lnTo>
                    <a:pt x="0" y="447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5" name="Freeform 7"/>
            <p:cNvSpPr>
              <a:spLocks/>
            </p:cNvSpPr>
            <p:nvPr/>
          </p:nvSpPr>
          <p:spPr bwMode="auto">
            <a:xfrm>
              <a:off x="340" y="3258"/>
              <a:ext cx="1062" cy="141"/>
            </a:xfrm>
            <a:custGeom>
              <a:avLst/>
              <a:gdLst/>
              <a:ahLst/>
              <a:cxnLst>
                <a:cxn ang="0">
                  <a:pos x="0" y="169"/>
                </a:cxn>
                <a:cxn ang="0">
                  <a:pos x="487" y="3"/>
                </a:cxn>
                <a:cxn ang="0">
                  <a:pos x="1027" y="0"/>
                </a:cxn>
                <a:cxn ang="0">
                  <a:pos x="700" y="169"/>
                </a:cxn>
                <a:cxn ang="0">
                  <a:pos x="0" y="169"/>
                </a:cxn>
              </a:cxnLst>
              <a:rect l="0" t="0" r="r" b="b"/>
              <a:pathLst>
                <a:path w="1027" h="169">
                  <a:moveTo>
                    <a:pt x="0" y="169"/>
                  </a:moveTo>
                  <a:lnTo>
                    <a:pt x="487" y="3"/>
                  </a:lnTo>
                  <a:lnTo>
                    <a:pt x="1027" y="0"/>
                  </a:lnTo>
                  <a:lnTo>
                    <a:pt x="700" y="169"/>
                  </a:lnTo>
                  <a:lnTo>
                    <a:pt x="0" y="169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6" name="Freeform 8"/>
            <p:cNvSpPr>
              <a:spLocks/>
            </p:cNvSpPr>
            <p:nvPr/>
          </p:nvSpPr>
          <p:spPr bwMode="auto">
            <a:xfrm>
              <a:off x="1185" y="3108"/>
              <a:ext cx="572" cy="6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03" y="0"/>
                </a:cxn>
                <a:cxn ang="0">
                  <a:pos x="554" y="3"/>
                </a:cxn>
                <a:cxn ang="0">
                  <a:pos x="403" y="73"/>
                </a:cxn>
                <a:cxn ang="0">
                  <a:pos x="0" y="72"/>
                </a:cxn>
              </a:cxnLst>
              <a:rect l="0" t="0" r="r" b="b"/>
              <a:pathLst>
                <a:path w="554" h="73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403" y="7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7" name="Freeform 9"/>
            <p:cNvSpPr>
              <a:spLocks/>
            </p:cNvSpPr>
            <p:nvPr/>
          </p:nvSpPr>
          <p:spPr bwMode="auto">
            <a:xfrm>
              <a:off x="1540" y="3034"/>
              <a:ext cx="393" cy="38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03" y="0"/>
                </a:cxn>
                <a:cxn ang="0">
                  <a:pos x="554" y="3"/>
                </a:cxn>
                <a:cxn ang="0">
                  <a:pos x="378" y="72"/>
                </a:cxn>
                <a:cxn ang="0">
                  <a:pos x="0" y="72"/>
                </a:cxn>
              </a:cxnLst>
              <a:rect l="0" t="0" r="r" b="b"/>
              <a:pathLst>
                <a:path w="554" h="72">
                  <a:moveTo>
                    <a:pt x="0" y="72"/>
                  </a:moveTo>
                  <a:lnTo>
                    <a:pt x="203" y="0"/>
                  </a:lnTo>
                  <a:lnTo>
                    <a:pt x="554" y="3"/>
                  </a:lnTo>
                  <a:lnTo>
                    <a:pt x="378" y="72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8" name="Freeform 10"/>
            <p:cNvSpPr>
              <a:spLocks/>
            </p:cNvSpPr>
            <p:nvPr/>
          </p:nvSpPr>
          <p:spPr bwMode="auto">
            <a:xfrm>
              <a:off x="2889" y="3258"/>
              <a:ext cx="958" cy="141"/>
            </a:xfrm>
            <a:custGeom>
              <a:avLst/>
              <a:gdLst/>
              <a:ahLst/>
              <a:cxnLst>
                <a:cxn ang="0">
                  <a:pos x="926" y="169"/>
                </a:cxn>
                <a:cxn ang="0">
                  <a:pos x="499" y="3"/>
                </a:cxn>
                <a:cxn ang="0">
                  <a:pos x="0" y="0"/>
                </a:cxn>
                <a:cxn ang="0">
                  <a:pos x="286" y="169"/>
                </a:cxn>
                <a:cxn ang="0">
                  <a:pos x="926" y="169"/>
                </a:cxn>
              </a:cxnLst>
              <a:rect l="0" t="0" r="r" b="b"/>
              <a:pathLst>
                <a:path w="926" h="169">
                  <a:moveTo>
                    <a:pt x="926" y="169"/>
                  </a:moveTo>
                  <a:lnTo>
                    <a:pt x="499" y="3"/>
                  </a:lnTo>
                  <a:lnTo>
                    <a:pt x="0" y="0"/>
                  </a:lnTo>
                  <a:lnTo>
                    <a:pt x="286" y="169"/>
                  </a:lnTo>
                  <a:lnTo>
                    <a:pt x="926" y="169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79" name="Freeform 11"/>
            <p:cNvSpPr>
              <a:spLocks/>
            </p:cNvSpPr>
            <p:nvPr/>
          </p:nvSpPr>
          <p:spPr bwMode="auto">
            <a:xfrm>
              <a:off x="2542" y="3102"/>
              <a:ext cx="572" cy="60"/>
            </a:xfrm>
            <a:custGeom>
              <a:avLst/>
              <a:gdLst/>
              <a:ahLst/>
              <a:cxnLst>
                <a:cxn ang="0">
                  <a:pos x="554" y="72"/>
                </a:cxn>
                <a:cxn ang="0">
                  <a:pos x="351" y="0"/>
                </a:cxn>
                <a:cxn ang="0">
                  <a:pos x="0" y="3"/>
                </a:cxn>
                <a:cxn ang="0">
                  <a:pos x="149" y="75"/>
                </a:cxn>
                <a:cxn ang="0">
                  <a:pos x="554" y="72"/>
                </a:cxn>
              </a:cxnLst>
              <a:rect l="0" t="0" r="r" b="b"/>
              <a:pathLst>
                <a:path w="554" h="75">
                  <a:moveTo>
                    <a:pt x="554" y="72"/>
                  </a:moveTo>
                  <a:lnTo>
                    <a:pt x="351" y="0"/>
                  </a:lnTo>
                  <a:lnTo>
                    <a:pt x="0" y="3"/>
                  </a:lnTo>
                  <a:lnTo>
                    <a:pt x="149" y="75"/>
                  </a:lnTo>
                  <a:lnTo>
                    <a:pt x="554" y="72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0" name="Freeform 12"/>
            <p:cNvSpPr>
              <a:spLocks/>
            </p:cNvSpPr>
            <p:nvPr/>
          </p:nvSpPr>
          <p:spPr bwMode="auto">
            <a:xfrm>
              <a:off x="2416" y="3034"/>
              <a:ext cx="391" cy="41"/>
            </a:xfrm>
            <a:custGeom>
              <a:avLst/>
              <a:gdLst/>
              <a:ahLst/>
              <a:cxnLst>
                <a:cxn ang="0">
                  <a:pos x="380" y="47"/>
                </a:cxn>
                <a:cxn ang="0">
                  <a:pos x="241" y="0"/>
                </a:cxn>
                <a:cxn ang="0">
                  <a:pos x="0" y="2"/>
                </a:cxn>
                <a:cxn ang="0">
                  <a:pos x="78" y="50"/>
                </a:cxn>
                <a:cxn ang="0">
                  <a:pos x="380" y="47"/>
                </a:cxn>
              </a:cxnLst>
              <a:rect l="0" t="0" r="r" b="b"/>
              <a:pathLst>
                <a:path w="380" h="50">
                  <a:moveTo>
                    <a:pt x="380" y="47"/>
                  </a:moveTo>
                  <a:lnTo>
                    <a:pt x="241" y="0"/>
                  </a:lnTo>
                  <a:lnTo>
                    <a:pt x="0" y="2"/>
                  </a:lnTo>
                  <a:lnTo>
                    <a:pt x="78" y="50"/>
                  </a:lnTo>
                  <a:lnTo>
                    <a:pt x="380" y="47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1" name="Freeform 13"/>
            <p:cNvSpPr>
              <a:spLocks/>
            </p:cNvSpPr>
            <p:nvPr/>
          </p:nvSpPr>
          <p:spPr bwMode="auto">
            <a:xfrm>
              <a:off x="1719" y="3258"/>
              <a:ext cx="673" cy="141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gradFill rotWithShape="0">
              <a:gsLst>
                <a:gs pos="0">
                  <a:srgbClr val="F0F0F0"/>
                </a:gs>
                <a:gs pos="100000">
                  <a:srgbClr val="F0F0F0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2" name="Freeform 14"/>
            <p:cNvSpPr>
              <a:spLocks/>
            </p:cNvSpPr>
            <p:nvPr/>
          </p:nvSpPr>
          <p:spPr bwMode="auto">
            <a:xfrm>
              <a:off x="1923" y="3102"/>
              <a:ext cx="360" cy="72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3" name="Freeform 15"/>
            <p:cNvSpPr>
              <a:spLocks noChangeAspect="1"/>
            </p:cNvSpPr>
            <p:nvPr/>
          </p:nvSpPr>
          <p:spPr bwMode="auto">
            <a:xfrm>
              <a:off x="2032" y="3034"/>
              <a:ext cx="181" cy="3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593" y="3"/>
                </a:cxn>
                <a:cxn ang="0">
                  <a:pos x="653" y="169"/>
                </a:cxn>
                <a:cxn ang="0">
                  <a:pos x="0" y="163"/>
                </a:cxn>
                <a:cxn ang="0">
                  <a:pos x="125" y="0"/>
                </a:cxn>
              </a:cxnLst>
              <a:rect l="0" t="0" r="r" b="b"/>
              <a:pathLst>
                <a:path w="653" h="169">
                  <a:moveTo>
                    <a:pt x="125" y="0"/>
                  </a:moveTo>
                  <a:lnTo>
                    <a:pt x="593" y="3"/>
                  </a:lnTo>
                  <a:lnTo>
                    <a:pt x="653" y="169"/>
                  </a:lnTo>
                  <a:lnTo>
                    <a:pt x="0" y="16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grpSp>
          <p:nvGrpSpPr>
            <p:cNvPr id="4111" name="Group 16"/>
            <p:cNvGrpSpPr>
              <a:grpSpLocks/>
            </p:cNvGrpSpPr>
            <p:nvPr/>
          </p:nvGrpSpPr>
          <p:grpSpPr bwMode="auto">
            <a:xfrm>
              <a:off x="1393" y="3064"/>
              <a:ext cx="645" cy="200"/>
              <a:chOff x="1433" y="5189"/>
              <a:chExt cx="623" cy="240"/>
            </a:xfrm>
          </p:grpSpPr>
          <p:sp>
            <p:nvSpPr>
              <p:cNvPr id="365585" name="Freeform 17"/>
              <p:cNvSpPr>
                <a:spLocks/>
              </p:cNvSpPr>
              <p:nvPr/>
            </p:nvSpPr>
            <p:spPr bwMode="auto">
              <a:xfrm>
                <a:off x="1433" y="5307"/>
                <a:ext cx="540" cy="122"/>
              </a:xfrm>
              <a:custGeom>
                <a:avLst/>
                <a:gdLst/>
                <a:ahLst/>
                <a:cxnLst>
                  <a:cxn ang="0">
                    <a:pos x="214" y="0"/>
                  </a:cxn>
                  <a:cxn ang="0">
                    <a:pos x="540" y="0"/>
                  </a:cxn>
                  <a:cxn ang="0">
                    <a:pos x="447" y="120"/>
                  </a:cxn>
                  <a:cxn ang="0">
                    <a:pos x="0" y="122"/>
                  </a:cxn>
                  <a:cxn ang="0">
                    <a:pos x="214" y="0"/>
                  </a:cxn>
                </a:cxnLst>
                <a:rect l="0" t="0" r="r" b="b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0" rIns="90000" bIns="0" anchor="ctr"/>
              <a:lstStyle/>
              <a:p>
                <a:pPr algn="ctr">
                  <a:defRPr/>
                </a:pPr>
                <a:endParaRPr lang="ko-KR" alt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  <p:sp>
            <p:nvSpPr>
              <p:cNvPr id="365586" name="Freeform 18"/>
              <p:cNvSpPr>
                <a:spLocks noChangeAspect="1"/>
              </p:cNvSpPr>
              <p:nvPr/>
            </p:nvSpPr>
            <p:spPr bwMode="auto">
              <a:xfrm>
                <a:off x="1746" y="5189"/>
                <a:ext cx="310" cy="60"/>
              </a:xfrm>
              <a:custGeom>
                <a:avLst/>
                <a:gdLst/>
                <a:ahLst/>
                <a:cxnLst>
                  <a:cxn ang="0">
                    <a:pos x="214" y="0"/>
                  </a:cxn>
                  <a:cxn ang="0">
                    <a:pos x="540" y="0"/>
                  </a:cxn>
                  <a:cxn ang="0">
                    <a:pos x="447" y="120"/>
                  </a:cxn>
                  <a:cxn ang="0">
                    <a:pos x="0" y="122"/>
                  </a:cxn>
                  <a:cxn ang="0">
                    <a:pos x="214" y="0"/>
                  </a:cxn>
                </a:cxnLst>
                <a:rect l="0" t="0" r="r" b="b"/>
                <a:pathLst>
                  <a:path w="540" h="122">
                    <a:moveTo>
                      <a:pt x="214" y="0"/>
                    </a:moveTo>
                    <a:lnTo>
                      <a:pt x="540" y="0"/>
                    </a:lnTo>
                    <a:lnTo>
                      <a:pt x="447" y="120"/>
                    </a:lnTo>
                    <a:lnTo>
                      <a:pt x="0" y="122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0" rIns="90000" bIns="0" anchor="ctr"/>
              <a:lstStyle/>
              <a:p>
                <a:pPr algn="ctr">
                  <a:defRPr/>
                </a:pPr>
                <a:endParaRPr lang="ko-KR" altLang="en-US" sz="9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endParaRPr>
              </a:p>
            </p:txBody>
          </p:sp>
        </p:grpSp>
        <p:sp>
          <p:nvSpPr>
            <p:cNvPr id="365587" name="Freeform 19"/>
            <p:cNvSpPr>
              <a:spLocks/>
            </p:cNvSpPr>
            <p:nvPr/>
          </p:nvSpPr>
          <p:spPr bwMode="auto">
            <a:xfrm>
              <a:off x="2276" y="3159"/>
              <a:ext cx="634" cy="99"/>
            </a:xfrm>
            <a:custGeom>
              <a:avLst/>
              <a:gdLst/>
              <a:ahLst/>
              <a:cxnLst>
                <a:cxn ang="0">
                  <a:pos x="393" y="0"/>
                </a:cxn>
                <a:cxn ang="0">
                  <a:pos x="0" y="0"/>
                </a:cxn>
                <a:cxn ang="0">
                  <a:pos x="40" y="120"/>
                </a:cxn>
                <a:cxn ang="0">
                  <a:pos x="613" y="124"/>
                </a:cxn>
                <a:cxn ang="0">
                  <a:pos x="393" y="0"/>
                </a:cxn>
              </a:cxnLst>
              <a:rect l="0" t="0" r="r" b="b"/>
              <a:pathLst>
                <a:path w="613" h="124">
                  <a:moveTo>
                    <a:pt x="393" y="0"/>
                  </a:moveTo>
                  <a:lnTo>
                    <a:pt x="0" y="0"/>
                  </a:lnTo>
                  <a:lnTo>
                    <a:pt x="40" y="120"/>
                  </a:lnTo>
                  <a:lnTo>
                    <a:pt x="613" y="124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8" name="Freeform 20"/>
            <p:cNvSpPr>
              <a:spLocks noChangeAspect="1"/>
            </p:cNvSpPr>
            <p:nvPr/>
          </p:nvSpPr>
          <p:spPr bwMode="auto">
            <a:xfrm>
              <a:off x="2219" y="3064"/>
              <a:ext cx="365" cy="43"/>
            </a:xfrm>
            <a:custGeom>
              <a:avLst/>
              <a:gdLst/>
              <a:ahLst/>
              <a:cxnLst>
                <a:cxn ang="0">
                  <a:pos x="247" y="0"/>
                </a:cxn>
                <a:cxn ang="0">
                  <a:pos x="0" y="6"/>
                </a:cxn>
                <a:cxn ang="0">
                  <a:pos x="14" y="53"/>
                </a:cxn>
                <a:cxn ang="0">
                  <a:pos x="354" y="53"/>
                </a:cxn>
                <a:cxn ang="0">
                  <a:pos x="247" y="0"/>
                </a:cxn>
              </a:cxnLst>
              <a:rect l="0" t="0" r="r" b="b"/>
              <a:pathLst>
                <a:path w="354" h="53">
                  <a:moveTo>
                    <a:pt x="247" y="0"/>
                  </a:moveTo>
                  <a:lnTo>
                    <a:pt x="0" y="6"/>
                  </a:lnTo>
                  <a:lnTo>
                    <a:pt x="14" y="53"/>
                  </a:lnTo>
                  <a:lnTo>
                    <a:pt x="354" y="53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89" name="Freeform 21"/>
            <p:cNvSpPr>
              <a:spLocks/>
            </p:cNvSpPr>
            <p:nvPr/>
          </p:nvSpPr>
          <p:spPr bwMode="auto">
            <a:xfrm>
              <a:off x="255" y="3159"/>
              <a:ext cx="960" cy="102"/>
            </a:xfrm>
            <a:custGeom>
              <a:avLst/>
              <a:gdLst/>
              <a:ahLst/>
              <a:cxnLst>
                <a:cxn ang="0">
                  <a:pos x="414" y="0"/>
                </a:cxn>
                <a:cxn ang="0">
                  <a:pos x="927" y="0"/>
                </a:cxn>
                <a:cxn ang="0">
                  <a:pos x="580" y="127"/>
                </a:cxn>
                <a:cxn ang="0">
                  <a:pos x="0" y="120"/>
                </a:cxn>
                <a:cxn ang="0">
                  <a:pos x="0" y="93"/>
                </a:cxn>
                <a:cxn ang="0">
                  <a:pos x="414" y="0"/>
                </a:cxn>
              </a:cxnLst>
              <a:rect l="0" t="0" r="r" b="b"/>
              <a:pathLst>
                <a:path w="927" h="127">
                  <a:moveTo>
                    <a:pt x="414" y="0"/>
                  </a:moveTo>
                  <a:lnTo>
                    <a:pt x="927" y="0"/>
                  </a:lnTo>
                  <a:lnTo>
                    <a:pt x="580" y="127"/>
                  </a:lnTo>
                  <a:lnTo>
                    <a:pt x="0" y="120"/>
                  </a:lnTo>
                  <a:lnTo>
                    <a:pt x="0" y="93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0" name="Freeform 22"/>
            <p:cNvSpPr>
              <a:spLocks noChangeAspect="1"/>
            </p:cNvSpPr>
            <p:nvPr/>
          </p:nvSpPr>
          <p:spPr bwMode="auto">
            <a:xfrm>
              <a:off x="954" y="3069"/>
              <a:ext cx="604" cy="42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585" y="0"/>
                </a:cxn>
                <a:cxn ang="0">
                  <a:pos x="435" y="50"/>
                </a:cxn>
                <a:cxn ang="0">
                  <a:pos x="0" y="51"/>
                </a:cxn>
                <a:cxn ang="0">
                  <a:pos x="232" y="0"/>
                </a:cxn>
              </a:cxnLst>
              <a:rect l="0" t="0" r="r" b="b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1" name="Freeform 23"/>
            <p:cNvSpPr>
              <a:spLocks/>
            </p:cNvSpPr>
            <p:nvPr/>
          </p:nvSpPr>
          <p:spPr bwMode="auto">
            <a:xfrm>
              <a:off x="3073" y="3160"/>
              <a:ext cx="1056" cy="106"/>
            </a:xfrm>
            <a:custGeom>
              <a:avLst/>
              <a:gdLst/>
              <a:ahLst/>
              <a:cxnLst>
                <a:cxn ang="0">
                  <a:pos x="513" y="0"/>
                </a:cxn>
                <a:cxn ang="0">
                  <a:pos x="0" y="0"/>
                </a:cxn>
                <a:cxn ang="0">
                  <a:pos x="347" y="127"/>
                </a:cxn>
                <a:cxn ang="0">
                  <a:pos x="1021" y="122"/>
                </a:cxn>
                <a:cxn ang="0">
                  <a:pos x="513" y="0"/>
                </a:cxn>
              </a:cxnLst>
              <a:rect l="0" t="0" r="r" b="b"/>
              <a:pathLst>
                <a:path w="1021" h="127">
                  <a:moveTo>
                    <a:pt x="513" y="0"/>
                  </a:moveTo>
                  <a:lnTo>
                    <a:pt x="0" y="0"/>
                  </a:lnTo>
                  <a:lnTo>
                    <a:pt x="347" y="127"/>
                  </a:lnTo>
                  <a:lnTo>
                    <a:pt x="1021" y="122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2" name="Freeform 24"/>
            <p:cNvSpPr>
              <a:spLocks noChangeAspect="1"/>
            </p:cNvSpPr>
            <p:nvPr/>
          </p:nvSpPr>
          <p:spPr bwMode="auto">
            <a:xfrm flipH="1">
              <a:off x="2740" y="3061"/>
              <a:ext cx="603" cy="43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585" y="0"/>
                </a:cxn>
                <a:cxn ang="0">
                  <a:pos x="435" y="50"/>
                </a:cxn>
                <a:cxn ang="0">
                  <a:pos x="0" y="51"/>
                </a:cxn>
                <a:cxn ang="0">
                  <a:pos x="232" y="0"/>
                </a:cxn>
              </a:cxnLst>
              <a:rect l="0" t="0" r="r" b="b"/>
              <a:pathLst>
                <a:path w="585" h="51">
                  <a:moveTo>
                    <a:pt x="232" y="0"/>
                  </a:moveTo>
                  <a:lnTo>
                    <a:pt x="585" y="0"/>
                  </a:lnTo>
                  <a:lnTo>
                    <a:pt x="435" y="50"/>
                  </a:lnTo>
                  <a:lnTo>
                    <a:pt x="0" y="51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3" name="Freeform 25"/>
            <p:cNvSpPr>
              <a:spLocks/>
            </p:cNvSpPr>
            <p:nvPr/>
          </p:nvSpPr>
          <p:spPr bwMode="auto">
            <a:xfrm>
              <a:off x="240" y="3102"/>
              <a:ext cx="759" cy="57"/>
            </a:xfrm>
            <a:custGeom>
              <a:avLst/>
              <a:gdLst/>
              <a:ahLst/>
              <a:cxnLst>
                <a:cxn ang="0">
                  <a:pos x="10" y="88"/>
                </a:cxn>
                <a:cxn ang="0">
                  <a:pos x="0" y="33"/>
                </a:cxn>
                <a:cxn ang="0">
                  <a:pos x="156" y="0"/>
                </a:cxn>
                <a:cxn ang="0">
                  <a:pos x="736" y="9"/>
                </a:cxn>
                <a:cxn ang="0">
                  <a:pos x="423" y="88"/>
                </a:cxn>
                <a:cxn ang="0">
                  <a:pos x="10" y="88"/>
                </a:cxn>
              </a:cxnLst>
              <a:rect l="0" t="0" r="r" b="b"/>
              <a:pathLst>
                <a:path w="736" h="88">
                  <a:moveTo>
                    <a:pt x="10" y="88"/>
                  </a:moveTo>
                  <a:lnTo>
                    <a:pt x="0" y="33"/>
                  </a:lnTo>
                  <a:lnTo>
                    <a:pt x="156" y="0"/>
                  </a:lnTo>
                  <a:lnTo>
                    <a:pt x="736" y="9"/>
                  </a:lnTo>
                  <a:lnTo>
                    <a:pt x="423" y="88"/>
                  </a:lnTo>
                  <a:lnTo>
                    <a:pt x="10" y="88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4" name="Freeform 26"/>
            <p:cNvSpPr>
              <a:spLocks/>
            </p:cNvSpPr>
            <p:nvPr/>
          </p:nvSpPr>
          <p:spPr bwMode="auto">
            <a:xfrm>
              <a:off x="646" y="3034"/>
              <a:ext cx="650" cy="41"/>
            </a:xfrm>
            <a:custGeom>
              <a:avLst/>
              <a:gdLst/>
              <a:ahLst/>
              <a:cxnLst>
                <a:cxn ang="0">
                  <a:pos x="0" y="69"/>
                </a:cxn>
                <a:cxn ang="0">
                  <a:pos x="306" y="3"/>
                </a:cxn>
                <a:cxn ang="0">
                  <a:pos x="628" y="0"/>
                </a:cxn>
                <a:cxn ang="0">
                  <a:pos x="508" y="62"/>
                </a:cxn>
                <a:cxn ang="0">
                  <a:pos x="0" y="69"/>
                </a:cxn>
              </a:cxnLst>
              <a:rect l="0" t="0" r="r" b="b"/>
              <a:pathLst>
                <a:path w="628" h="69">
                  <a:moveTo>
                    <a:pt x="0" y="69"/>
                  </a:moveTo>
                  <a:lnTo>
                    <a:pt x="306" y="3"/>
                  </a:lnTo>
                  <a:lnTo>
                    <a:pt x="628" y="0"/>
                  </a:lnTo>
                  <a:lnTo>
                    <a:pt x="508" y="6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5" name="Freeform 27"/>
            <p:cNvSpPr>
              <a:spLocks/>
            </p:cNvSpPr>
            <p:nvPr/>
          </p:nvSpPr>
          <p:spPr bwMode="auto">
            <a:xfrm>
              <a:off x="3270" y="3098"/>
              <a:ext cx="866" cy="61"/>
            </a:xfrm>
            <a:custGeom>
              <a:avLst/>
              <a:gdLst/>
              <a:ahLst/>
              <a:cxnLst>
                <a:cxn ang="0">
                  <a:pos x="837" y="75"/>
                </a:cxn>
                <a:cxn ang="0">
                  <a:pos x="837" y="42"/>
                </a:cxn>
                <a:cxn ang="0">
                  <a:pos x="546" y="0"/>
                </a:cxn>
                <a:cxn ang="0">
                  <a:pos x="0" y="0"/>
                </a:cxn>
                <a:cxn ang="0">
                  <a:pos x="313" y="73"/>
                </a:cxn>
                <a:cxn ang="0">
                  <a:pos x="837" y="75"/>
                </a:cxn>
              </a:cxnLst>
              <a:rect l="0" t="0" r="r" b="b"/>
              <a:pathLst>
                <a:path w="837" h="75">
                  <a:moveTo>
                    <a:pt x="837" y="75"/>
                  </a:moveTo>
                  <a:lnTo>
                    <a:pt x="837" y="42"/>
                  </a:lnTo>
                  <a:lnTo>
                    <a:pt x="546" y="0"/>
                  </a:lnTo>
                  <a:lnTo>
                    <a:pt x="0" y="0"/>
                  </a:lnTo>
                  <a:lnTo>
                    <a:pt x="313" y="73"/>
                  </a:lnTo>
                  <a:lnTo>
                    <a:pt x="837" y="75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65596" name="Freeform 28"/>
            <p:cNvSpPr>
              <a:spLocks/>
            </p:cNvSpPr>
            <p:nvPr/>
          </p:nvSpPr>
          <p:spPr bwMode="auto">
            <a:xfrm>
              <a:off x="2921" y="3029"/>
              <a:ext cx="659" cy="32"/>
            </a:xfrm>
            <a:custGeom>
              <a:avLst/>
              <a:gdLst/>
              <a:ahLst/>
              <a:cxnLst>
                <a:cxn ang="0">
                  <a:pos x="636" y="40"/>
                </a:cxn>
                <a:cxn ang="0">
                  <a:pos x="369" y="0"/>
                </a:cxn>
                <a:cxn ang="0">
                  <a:pos x="0" y="3"/>
                </a:cxn>
                <a:cxn ang="0">
                  <a:pos x="157" y="37"/>
                </a:cxn>
                <a:cxn ang="0">
                  <a:pos x="636" y="40"/>
                </a:cxn>
              </a:cxnLst>
              <a:rect l="0" t="0" r="r" b="b"/>
              <a:pathLst>
                <a:path w="636" h="40">
                  <a:moveTo>
                    <a:pt x="636" y="40"/>
                  </a:moveTo>
                  <a:lnTo>
                    <a:pt x="369" y="0"/>
                  </a:lnTo>
                  <a:lnTo>
                    <a:pt x="0" y="3"/>
                  </a:lnTo>
                  <a:lnTo>
                    <a:pt x="157" y="37"/>
                  </a:lnTo>
                  <a:lnTo>
                    <a:pt x="636" y="40"/>
                  </a:lnTo>
                  <a:close/>
                </a:path>
              </a:pathLst>
            </a:custGeom>
            <a:solidFill>
              <a:srgbClr val="F0F0F0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lIns="90000" tIns="0" rIns="90000" bIns="0" anchor="ctr"/>
            <a:lstStyle/>
            <a:p>
              <a:pPr algn="ctr">
                <a:defRPr/>
              </a:pPr>
              <a:endParaRPr lang="ko-KR" altLang="en-US" sz="9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365601" name="Line 33"/>
          <p:cNvSpPr>
            <a:spLocks noChangeShapeType="1"/>
          </p:cNvSpPr>
          <p:nvPr userDrawn="1"/>
        </p:nvSpPr>
        <p:spPr bwMode="auto">
          <a:xfrm>
            <a:off x="2057400" y="2590800"/>
            <a:ext cx="5410200" cy="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9955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5" r:id="rId1"/>
    <p:sldLayoutId id="2147485126" r:id="rId2"/>
    <p:sldLayoutId id="2147485127" r:id="rId3"/>
    <p:sldLayoutId id="2147485128" r:id="rId4"/>
    <p:sldLayoutId id="2147485129" r:id="rId5"/>
    <p:sldLayoutId id="2147485130" r:id="rId6"/>
    <p:sldLayoutId id="2147485131" r:id="rId7"/>
    <p:sldLayoutId id="2147485132" r:id="rId8"/>
    <p:sldLayoutId id="2147485133" r:id="rId9"/>
    <p:sldLayoutId id="2147485134" r:id="rId10"/>
    <p:sldLayoutId id="2147485135" r:id="rId11"/>
  </p:sldLayoutIdLst>
  <mc:AlternateContent xmlns:mc="http://schemas.openxmlformats.org/markup-compatibility/2006" xmlns:p14="http://schemas.microsoft.com/office/powerpoint/2010/main">
    <mc:Choice Requires="p14">
      <p:transition spd="slow" advClick="0">
        <p14:pan dir="r"/>
      </p:transition>
    </mc:Choice>
    <mc:Fallback xmlns="">
      <p:transition spd="slow" advClick="0">
        <p:fade/>
      </p:transition>
    </mc:Fallback>
  </mc:AlternateConten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Rectangle 49"/>
          <p:cNvSpPr>
            <a:spLocks noChangeArrowheads="1"/>
          </p:cNvSpPr>
          <p:nvPr/>
        </p:nvSpPr>
        <p:spPr bwMode="auto">
          <a:xfrm>
            <a:off x="76200" y="838200"/>
            <a:ext cx="9753600" cy="5715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8000" tIns="0" rIns="0" bIns="0" anchor="ctr"/>
          <a:lstStyle/>
          <a:p>
            <a:pPr>
              <a:tabLst>
                <a:tab pos="809625" algn="l"/>
              </a:tabLst>
              <a:defRPr/>
            </a:pPr>
            <a:endParaRPr lang="ko-KR" altLang="ko-KR" sz="1400">
              <a:solidFill>
                <a:srgbClr val="FFFFFF"/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084" name="Rectangle 60"/>
          <p:cNvSpPr>
            <a:spLocks noChangeArrowheads="1"/>
          </p:cNvSpPr>
          <p:nvPr userDrawn="1"/>
        </p:nvSpPr>
        <p:spPr bwMode="auto">
          <a:xfrm>
            <a:off x="7835900" y="6696075"/>
            <a:ext cx="2051050" cy="16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r">
              <a:defRPr/>
            </a:pPr>
            <a:fld id="{491E3DFB-E236-4203-86FB-A107646F8AF9}" type="slidenum">
              <a:rPr lang="en-US" altLang="ko-KR" sz="6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 algn="r">
                <a:defRPr/>
              </a:pPr>
              <a:t>‹#›</a:t>
            </a:fld>
            <a:endParaRPr lang="en-US" altLang="ko-KR" sz="60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6338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37" r:id="rId1"/>
    <p:sldLayoutId id="2147485138" r:id="rId2"/>
    <p:sldLayoutId id="2147485139" r:id="rId3"/>
    <p:sldLayoutId id="2147485140" r:id="rId4"/>
    <p:sldLayoutId id="2147485141" r:id="rId5"/>
    <p:sldLayoutId id="2147485142" r:id="rId6"/>
    <p:sldLayoutId id="2147485143" r:id="rId7"/>
    <p:sldLayoutId id="2147485144" r:id="rId8"/>
    <p:sldLayoutId id="2147485145" r:id="rId9"/>
    <p:sldLayoutId id="2147485146" r:id="rId10"/>
    <p:sldLayoutId id="2147485147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02.&#44396;&#52629;(PM)/02.&#54532;&#47196;&#51229;&#53944;%20&#54532;&#47196;&#49464;&#49828;(&#44396;&#52629;)_PM.pptx" TargetMode="External"/><Relationship Id="rId2" Type="http://schemas.openxmlformats.org/officeDocument/2006/relationships/hyperlink" Target="02.%20&#54532;&#47196;&#51229;&#53944;%20&#54532;&#47196;&#49464;&#49828;&amp;&#49328;&#52636;&#47932;_&#47589;&#48708;(A3&#54532;&#47536;&#53944;).xlsx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0" y="0"/>
            <a:ext cx="9910302" cy="68580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7" y="260648"/>
            <a:ext cx="9777537" cy="6336704"/>
          </a:xfrm>
          <a:prstGeom prst="rect">
            <a:avLst/>
          </a:prstGeom>
          <a:noFill/>
          <a:ln w="1">
            <a:noFill/>
            <a:miter lim="800000"/>
            <a:headEnd/>
            <a:tailEnd type="none" w="med" len="med"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4E75103-2348-4E5E-866D-86459196D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" y="260648"/>
            <a:ext cx="9881615" cy="1169551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맥비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강의</a:t>
            </a:r>
            <a:endParaRPr lang="en-US" altLang="ko-KR" sz="28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시부터 시작합니다</a:t>
            </a:r>
            <a:endParaRPr lang="en-US" altLang="ko-KR" sz="2400" b="1" dirty="0">
              <a:solidFill>
                <a:schemeClr val="bg1">
                  <a:lumMod val="9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-40344" y="-27384"/>
            <a:ext cx="9946344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18356" y="116632"/>
            <a:ext cx="9881615" cy="5878532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강의는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>
              <a:spcBef>
                <a:spcPct val="50000"/>
              </a:spcBef>
            </a:pPr>
            <a:endParaRPr lang="en-US" altLang="ko-KR" sz="2400" b="1">
              <a:solidFill>
                <a:schemeClr val="bg1">
                  <a:lumMod val="9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0. </a:t>
            </a:r>
            <a:r>
              <a:rPr lang="ko-KR" altLang="en-US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개인경험을 바탕으로 </a:t>
            </a:r>
            <a:r>
              <a:rPr lang="en-US" altLang="ko-KR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주로</a:t>
            </a:r>
            <a:r>
              <a:rPr lang="en-US" altLang="ko-KR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에이전시에서 진행되는 </a:t>
            </a:r>
            <a:endParaRPr lang="en-US" altLang="ko-KR" sz="2400" b="1">
              <a:solidFill>
                <a:schemeClr val="bg1">
                  <a:lumMod val="9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</a:t>
            </a:r>
            <a:r>
              <a:rPr lang="en-US" altLang="ko-KR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2400" b="1" dirty="0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</a:t>
            </a:r>
            <a:r>
              <a:rPr lang="en-US" altLang="ko-KR" sz="2400" b="1" dirty="0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2400" b="1" dirty="0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운영프로젝트의 프로세스를 </a:t>
            </a:r>
            <a:r>
              <a:rPr lang="en-US" altLang="ko-KR" sz="2400" b="1" dirty="0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r>
              <a:rPr lang="ko-KR" altLang="en-US" sz="2400" b="1" dirty="0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부터 </a:t>
            </a:r>
            <a:r>
              <a:rPr lang="en-US" altLang="ko-KR" sz="2400" b="1" dirty="0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Z</a:t>
            </a:r>
            <a:r>
              <a:rPr lang="ko-KR" altLang="en-US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 훑으면서</a:t>
            </a:r>
            <a:endParaRPr lang="en-US" altLang="ko-KR" sz="2400" b="1">
              <a:solidFill>
                <a:schemeClr val="bg1">
                  <a:lumMod val="9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2400" b="1">
                <a:solidFill>
                  <a:schemeClr val="bg1">
                    <a:lumMod val="9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역할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책임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산출물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관리방법들을 살펴봄으로써</a:t>
            </a:r>
            <a:endParaRPr lang="en-US" altLang="ko-KR" sz="2400" b="1">
              <a:solidFill>
                <a:srgbClr val="F8F8F8">
                  <a:lumMod val="9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어디서든 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이지 않는 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Skill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함양이 목적입니다 </a:t>
            </a:r>
            <a:endParaRPr lang="en-US" altLang="ko-KR" sz="2400" b="1">
              <a:solidFill>
                <a:srgbClr val="F8F8F8">
                  <a:lumMod val="9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b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0.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다만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이번 강의엔 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주로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스타트업에서 진행되는 </a:t>
            </a:r>
            <a:endParaRPr lang="en-US" altLang="ko-KR" sz="2400" b="1">
              <a:solidFill>
                <a:srgbClr val="F8F8F8">
                  <a:lumMod val="9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애자일의 프로세스도 훑으면서</a:t>
            </a:r>
            <a:endParaRPr lang="en-US" altLang="ko-KR" sz="2400" b="1">
              <a:solidFill>
                <a:srgbClr val="F8F8F8">
                  <a:lumMod val="9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PO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역할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책임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산출물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관리방법들을 살펴봄으로써</a:t>
            </a:r>
            <a:endParaRPr lang="en-US" altLang="ko-KR" sz="2400" b="1">
              <a:solidFill>
                <a:srgbClr val="F8F8F8">
                  <a:lumMod val="9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스타트업에서의 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에이전시 </a:t>
            </a:r>
            <a:r>
              <a:rPr lang="en-US" altLang="ko-KR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lang="ko-KR" altLang="en-US" sz="2400" b="1">
                <a:solidFill>
                  <a:srgbClr val="F8F8F8">
                    <a:lumMod val="9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어떻게 다른지도 비교해 보려 합니다</a:t>
            </a:r>
            <a:endParaRPr lang="en-US" altLang="ko-KR" sz="2400" b="1">
              <a:solidFill>
                <a:srgbClr val="F8F8F8">
                  <a:lumMod val="9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917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0" y="0"/>
            <a:ext cx="9919252" cy="68580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338994"/>
            <a:ext cx="9906000" cy="6315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50000"/>
              </a:lnSpc>
            </a:pPr>
            <a:endParaRPr lang="en-US" altLang="ko-KR" sz="3200" b="1" dirty="0">
              <a:solidFill>
                <a:srgbClr val="FFCC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Tahoma" pitchFamily="34" charset="0"/>
            </a:endParaRPr>
          </a:p>
          <a:p>
            <a:pPr algn="ctr">
              <a:lnSpc>
                <a:spcPct val="50000"/>
              </a:lnSpc>
            </a:pPr>
            <a:r>
              <a:rPr lang="en-US" altLang="ko-KR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[</a:t>
            </a:r>
            <a:r>
              <a:rPr lang="ko-KR" altLang="en-US" sz="3200" b="1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본 강의내용과 산출물은</a:t>
            </a:r>
            <a:r>
              <a:rPr lang="en-US" altLang="ko-KR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]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0" y="1164808"/>
            <a:ext cx="9906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ㆍ</a:t>
            </a:r>
            <a:r>
              <a:rPr lang="en-US" altLang="ko-KR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90%</a:t>
            </a:r>
            <a:r>
              <a:rPr lang="en-US" altLang="ko-KR" sz="24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강사가 시행착오를 거치면서 직접 설계한 것입니다</a:t>
            </a:r>
            <a:r>
              <a:rPr lang="en-US" altLang="ko-KR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lvl="0" fontAlgn="ctr">
              <a:spcBef>
                <a:spcPts val="0"/>
              </a:spcBef>
              <a:spcAft>
                <a:spcPts val="0"/>
              </a:spcAft>
            </a:pP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fontAlgn="ctr"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ㆍ</a:t>
            </a:r>
            <a:r>
              <a:rPr lang="ko-KR" altLang="en-US" sz="24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자료는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0"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무한수정</a:t>
            </a:r>
            <a:r>
              <a:rPr kumimoji="0" lang="en-US" altLang="ko-KR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kumimoji="0"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무한배포</a:t>
            </a:r>
            <a:r>
              <a:rPr kumimoji="0" lang="ko-KR" altLang="en-US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가능합니다</a:t>
            </a:r>
            <a:r>
              <a:rPr kumimoji="0" lang="en-US" altLang="ko-KR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lvl="0" fontAlgn="ctr">
              <a:spcBef>
                <a:spcPts val="0"/>
              </a:spcBef>
              <a:spcAft>
                <a:spcPts val="0"/>
              </a:spcAft>
            </a:pPr>
            <a:endParaRPr kumimoji="0"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ctr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24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ㆍ개인 경험이 전제이기에 일부 업체의 프로세스 및 산출물과 </a:t>
            </a:r>
            <a:r>
              <a:rPr kumimoji="0" lang="ko-KR" altLang="en-US" sz="240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다를 수</a:t>
            </a:r>
            <a:r>
              <a:rPr kumimoji="0" lang="ko-KR" altLang="en-US" sz="24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있습니다</a:t>
            </a:r>
            <a:r>
              <a:rPr kumimoji="0" lang="en-US" altLang="ko-KR" sz="24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lvl="0" fontAlgn="ctr">
              <a:spcBef>
                <a:spcPts val="0"/>
              </a:spcBef>
              <a:spcAft>
                <a:spcPts val="0"/>
              </a:spcAft>
            </a:pPr>
            <a:endParaRPr lang="en-US" altLang="ko-KR" sz="240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fontAlgn="ctr">
              <a:spcBef>
                <a:spcPts val="0"/>
              </a:spcBef>
              <a:spcAft>
                <a:spcPts val="0"/>
              </a:spcAft>
            </a:pPr>
            <a:r>
              <a:rPr lang="ko-KR" altLang="en-US" sz="24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ㆍ</a:t>
            </a:r>
            <a:r>
              <a:rPr lang="ko-KR" altLang="en-US" sz="2400" b="1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필요한 </a:t>
            </a: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것</a:t>
            </a:r>
            <a:r>
              <a:rPr lang="ko-KR" altLang="en-US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취하시고</a:t>
            </a:r>
            <a:r>
              <a:rPr lang="en-US" altLang="ko-KR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불필요한 것</a:t>
            </a:r>
            <a:r>
              <a:rPr lang="ko-KR" altLang="en-US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버리시면 </a:t>
            </a:r>
            <a:r>
              <a:rPr lang="ko-KR" altLang="en-US" sz="24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됩니다</a:t>
            </a:r>
            <a:r>
              <a:rPr lang="en-US" altLang="ko-KR" sz="24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lvl="0" fontAlgn="ctr">
              <a:spcBef>
                <a:spcPts val="0"/>
              </a:spcBef>
              <a:spcAft>
                <a:spcPts val="0"/>
              </a:spcAft>
            </a:pP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fontAlgn="ctr">
              <a:spcBef>
                <a:spcPts val="0"/>
              </a:spcBef>
              <a:spcAft>
                <a:spcPts val="0"/>
              </a:spcAft>
            </a:pPr>
            <a:r>
              <a:rPr lang="ko-KR" altLang="en-US" sz="2400" b="1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ㆍ</a:t>
            </a:r>
            <a:r>
              <a:rPr kumimoji="0" lang="ko-KR" altLang="en-US" sz="2400" b="1" dirty="0" err="1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모르면</a:t>
            </a:r>
            <a:r>
              <a:rPr kumimoji="0"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0" lang="ko-KR" altLang="en-US" sz="2400" b="1" dirty="0" err="1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따라하십시요</a:t>
            </a:r>
            <a:r>
              <a:rPr kumimoji="0" lang="en-US" altLang="ko-KR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kumimoji="0" lang="ko-KR" altLang="en-US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그러면  어디 가서 </a:t>
            </a:r>
            <a:r>
              <a:rPr kumimoji="0" lang="en-US" altLang="ko-KR" sz="2400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kumimoji="0"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</a:t>
            </a:r>
            <a:r>
              <a:rPr kumimoji="0" lang="en-US" altLang="ko-KR" sz="2400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</a:t>
            </a:r>
            <a:r>
              <a:rPr kumimoji="0" lang="ko-KR" altLang="en-US" sz="2400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0" lang="ko-KR" altLang="en-US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이지는 않을 겁니다</a:t>
            </a:r>
            <a:r>
              <a:rPr kumimoji="0" lang="en-US" altLang="ko-KR" sz="2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0" y="17140"/>
            <a:ext cx="9906000" cy="6858000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square" rtlCol="0" anchor="ctr">
            <a:noAutofit/>
          </a:bodyPr>
          <a:lstStyle/>
          <a:p>
            <a:pPr lvl="0" algn="ctr" fontAlgn="ctr">
              <a:spcBef>
                <a:spcPts val="0"/>
              </a:spcBef>
              <a:spcAft>
                <a:spcPts val="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이것을 기초로 </a:t>
            </a:r>
            <a:r>
              <a:rPr lang="ko-KR" altLang="en-US" sz="40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여러분들 만의</a:t>
            </a:r>
            <a:r>
              <a:rPr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40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 fontAlgn="ctr">
              <a:spcBef>
                <a:spcPts val="0"/>
              </a:spcBef>
              <a:spcAft>
                <a:spcPts val="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프로세스와 산출물을 만드시기 바랍니다</a:t>
            </a:r>
            <a:endParaRPr kumimoji="0" lang="en-US" altLang="ko-KR" sz="40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28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430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484564" y="1052736"/>
            <a:ext cx="5400600" cy="11292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50000"/>
              </a:lnSpc>
            </a:pPr>
            <a:endParaRPr lang="en-US" altLang="ko-KR" sz="3200" b="1" dirty="0">
              <a:solidFill>
                <a:srgbClr val="FFCC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Tahoma" pitchFamily="34" charset="0"/>
            </a:endParaRPr>
          </a:p>
          <a:p>
            <a:pPr algn="ctr">
              <a:lnSpc>
                <a:spcPct val="50000"/>
              </a:lnSpc>
            </a:pPr>
            <a:r>
              <a:rPr lang="ko-KR" altLang="en-US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왜 에이전시에서는 </a:t>
            </a:r>
            <a:r>
              <a:rPr lang="en-US" altLang="ko-KR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(</a:t>
            </a:r>
            <a:r>
              <a:rPr lang="ko-KR" altLang="en-US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주로</a:t>
            </a:r>
            <a:r>
              <a:rPr lang="en-US" altLang="ko-KR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)</a:t>
            </a:r>
          </a:p>
          <a:p>
            <a:pPr algn="ctr">
              <a:lnSpc>
                <a:spcPct val="50000"/>
              </a:lnSpc>
            </a:pPr>
            <a:endParaRPr lang="en-US" altLang="ko-KR" sz="3200" b="1" dirty="0">
              <a:solidFill>
                <a:srgbClr val="FFCC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Tahoma" pitchFamily="34" charset="0"/>
            </a:endParaRPr>
          </a:p>
          <a:p>
            <a:pPr algn="ctr">
              <a:lnSpc>
                <a:spcPct val="50000"/>
              </a:lnSpc>
            </a:pPr>
            <a:r>
              <a:rPr lang="ko-KR" altLang="en-US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폭포수 방법론으로 진행하는가</a:t>
            </a:r>
            <a:r>
              <a:rPr lang="en-US" altLang="ko-KR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-27384"/>
            <a:ext cx="9919252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-25224" y="210704"/>
            <a:ext cx="9906000" cy="52322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R="0" lvl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에이전시는 하기로 한 일을 발주사와 계약하고 진행하는  업체 형태</a:t>
            </a:r>
            <a:endParaRPr kumimoji="1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3044" y="1033566"/>
            <a:ext cx="9906000" cy="433965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에이전시는 발주사와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algn="ctr">
              <a:spcBef>
                <a:spcPct val="50000"/>
              </a:spcBef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어떤 일을 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algn="ctr">
              <a:spcBef>
                <a:spcPct val="50000"/>
              </a:spcBef>
              <a:defRPr/>
            </a:pPr>
            <a:r>
              <a:rPr lang="ko-KR" altLang="en-US" sz="2400" b="1" dirty="0">
                <a:solidFill>
                  <a:srgbClr val="F8F8F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언제부터 언제까지 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얼마의 비용으로 진행하고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어느 한쪽의 잘못으로 진행이 안되면 원인을 제공한 쪽이 얼마를 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손해 배상한다는</a:t>
            </a:r>
            <a:r>
              <a:rPr lang="ko-KR" altLang="en-US" sz="2400" b="1" dirty="0">
                <a:solidFill>
                  <a:srgbClr val="F8F8F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것을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법적 구속력이 있는 계약서로 일을 시작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356A5F4-26F7-4F12-882F-3B2452750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48" y="1767500"/>
            <a:ext cx="2867068" cy="19249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58322B-7087-4887-945F-37D5EFE29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192" y="1751361"/>
            <a:ext cx="2799303" cy="180264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7F323FA-AF01-4996-850D-9305314AA838}"/>
              </a:ext>
            </a:extLst>
          </p:cNvPr>
          <p:cNvSpPr/>
          <p:nvPr/>
        </p:nvSpPr>
        <p:spPr>
          <a:xfrm>
            <a:off x="18356" y="5596351"/>
            <a:ext cx="9919252" cy="1261649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srgbClr val="F8F8F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정해진 기간에 계약범위를 완료하지 못하면</a:t>
            </a:r>
            <a:endParaRPr lang="en-US" altLang="ko-KR" sz="2800" b="1" dirty="0">
              <a:solidFill>
                <a:srgbClr val="F8F8F8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srgbClr val="F8F8F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손해배상을 하기때문에 </a:t>
            </a: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하기로 한 일</a:t>
            </a:r>
            <a:r>
              <a:rPr lang="ko-KR" altLang="en-US" sz="2800" b="1" dirty="0">
                <a:solidFill>
                  <a:srgbClr val="F8F8F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확정하고 진행하는 </a:t>
            </a:r>
            <a:endParaRPr lang="en-US" altLang="ko-KR" sz="2800" b="1" dirty="0">
              <a:solidFill>
                <a:srgbClr val="F8F8F8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dirty="0">
                <a:solidFill>
                  <a:srgbClr val="F8F8F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폭포수 방법론을 주로 사용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816709"/>
      </p:ext>
    </p:extLst>
  </p:cSld>
  <p:clrMapOvr>
    <a:masterClrMapping/>
  </p:clrMapOvr>
  <p:transition spd="slow" advClick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-27384"/>
            <a:ext cx="9919252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0" y="173381"/>
            <a:ext cx="9906000" cy="1107996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프로젝트란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1030613"/>
            <a:ext cx="9906000" cy="3231654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정해진 기간에 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제한된 비용으로 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한정된 자원을 활용하여 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진행되는 업무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92560" y="1102621"/>
            <a:ext cx="8064895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400" b="1" u="sng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하기로 한 일을 </a:t>
            </a:r>
            <a:endParaRPr lang="en-US" altLang="ko-KR" sz="2400" b="1" u="sng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88504" y="4559005"/>
            <a:ext cx="8712968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하기로 한 일 </a:t>
            </a: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착수 </a:t>
            </a:r>
            <a:r>
              <a:rPr lang="en-US" altLang="ko-KR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설계  </a:t>
            </a:r>
            <a:r>
              <a:rPr lang="en-US" altLang="ko-KR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|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구현  </a:t>
            </a:r>
            <a:r>
              <a:rPr lang="en-US" altLang="ko-KR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|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검수 </a:t>
            </a:r>
            <a:r>
              <a:rPr lang="en-US" altLang="ko-KR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|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종료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한 일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2257DB8-1B15-4A15-9E6B-D34ED667B800}"/>
              </a:ext>
            </a:extLst>
          </p:cNvPr>
          <p:cNvGrpSpPr/>
          <p:nvPr/>
        </p:nvGrpSpPr>
        <p:grpSpPr>
          <a:xfrm>
            <a:off x="3991372" y="5116229"/>
            <a:ext cx="1942444" cy="473011"/>
            <a:chOff x="3991372" y="4942848"/>
            <a:chExt cx="1942444" cy="473011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3991372" y="4942848"/>
              <a:ext cx="961628" cy="469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ko-KR" altLang="en-US" sz="2400" b="1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hlinkClick r:id="rId2" action="ppaction://hlinkfile"/>
                </a:rPr>
                <a:t>프로</a:t>
              </a:r>
              <a:endPara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FF6A0C73-0A0F-4122-9880-18D4D9C02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4988" y="4946118"/>
              <a:ext cx="1088828" cy="469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2400" b="1" dirty="0" err="1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hlinkClick r:id="rId3" action="ppaction://hlinkpres?slideindex=1&amp;slidetitle="/>
                </a:rPr>
                <a:t>세스</a:t>
              </a:r>
              <a:endPara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479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0" y="-27384"/>
            <a:ext cx="9906000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189606"/>
            <a:ext cx="9906000" cy="52322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요구사항과 수행범위</a:t>
            </a:r>
            <a:endParaRPr lang="en-US" altLang="ko-KR" sz="28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8240" y="601990"/>
            <a:ext cx="7690839" cy="40011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하기로 한 일 </a:t>
            </a:r>
            <a:r>
              <a:rPr lang="en-US" altLang="ko-KR" sz="2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 </a:t>
            </a:r>
            <a:r>
              <a:rPr lang="ko-KR" altLang="en-US" sz="2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endParaRPr lang="en-US" altLang="ko-KR" sz="20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Rectangle 54">
            <a:extLst>
              <a:ext uri="{FF2B5EF4-FFF2-40B4-BE49-F238E27FC236}">
                <a16:creationId xmlns:a16="http://schemas.microsoft.com/office/drawing/2014/main" id="{306EE7AF-E623-4CAF-BAF0-09D7FEAE2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0" y="1105206"/>
            <a:ext cx="9777536" cy="5616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29" tIns="45715" rIns="91429" bIns="45715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■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요구사항의 사전적 개념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•</a:t>
            </a:r>
            <a:r>
              <a:rPr lang="ko-KR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</a:t>
            </a:r>
            <a:r>
              <a:rPr lang="ko-KR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목적을 달성하기 위해 </a:t>
            </a:r>
            <a:r>
              <a:rPr lang="ko-KR" altLang="ko-KR" sz="1400" b="1" u="sng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고객이 필요로 하는</a:t>
            </a:r>
            <a:r>
              <a:rPr lang="ko-KR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조건 또는 기능(IEEE 표준용어집)</a:t>
            </a: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	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•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시스템이 어떻게 동작해야 하는지 또는 시스템의 속성이나 특성에 대한 설명</a:t>
            </a: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4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■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프로젝트에서의 요구사항과 수행범위의 차이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•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요구사항이란 </a:t>
            </a: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4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발주사가 만들기 원하는 것들</a:t>
            </a:r>
            <a:endParaRPr lang="en-US" altLang="ko-KR" sz="1400" b="1" dirty="0">
              <a:solidFill>
                <a:srgbClr val="00206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•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수행범위란 </a:t>
            </a: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   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발주사가 만들기 원하는 것들 중 </a:t>
            </a:r>
            <a:r>
              <a:rPr lang="ko-KR" altLang="en-US" sz="14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수행사에게 주어진 일정</a:t>
            </a:r>
            <a:r>
              <a:rPr lang="en-US" altLang="ko-KR" sz="14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/ </a:t>
            </a:r>
            <a:r>
              <a:rPr lang="ko-KR" altLang="en-US" sz="14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기간 </a:t>
            </a:r>
            <a:r>
              <a:rPr lang="en-US" altLang="ko-KR" sz="14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14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투입인력으로 </a:t>
            </a:r>
            <a:endParaRPr lang="en-US" altLang="ko-KR" sz="1400" b="1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ko-KR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</a:t>
            </a:r>
            <a:r>
              <a:rPr lang="ko-KR" altLang="en-US" sz="14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b="1" u="sng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실제적으로 만들 수 있는 것들</a:t>
            </a:r>
            <a:endParaRPr lang="en-US" altLang="ko-KR" sz="14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42" name="그룹 38">
            <a:extLst>
              <a:ext uri="{FF2B5EF4-FFF2-40B4-BE49-F238E27FC236}">
                <a16:creationId xmlns:a16="http://schemas.microsoft.com/office/drawing/2014/main" id="{65298205-8C58-419C-B8FF-48E67E4311BA}"/>
              </a:ext>
            </a:extLst>
          </p:cNvPr>
          <p:cNvGrpSpPr>
            <a:grpSpLocks/>
          </p:cNvGrpSpPr>
          <p:nvPr/>
        </p:nvGrpSpPr>
        <p:grpSpPr bwMode="auto">
          <a:xfrm>
            <a:off x="519113" y="3786188"/>
            <a:ext cx="8610600" cy="2667000"/>
            <a:chOff x="381000" y="3567113"/>
            <a:chExt cx="8610600" cy="2667000"/>
          </a:xfrm>
        </p:grpSpPr>
        <p:sp>
          <p:nvSpPr>
            <p:cNvPr id="43" name="Line 98">
              <a:extLst>
                <a:ext uri="{FF2B5EF4-FFF2-40B4-BE49-F238E27FC236}">
                  <a16:creationId xmlns:a16="http://schemas.microsoft.com/office/drawing/2014/main" id="{B6BF594D-5619-442C-A0CB-A242BD3086E0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5740400" y="4160838"/>
              <a:ext cx="1368425" cy="133826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4" name="Line 99">
              <a:extLst>
                <a:ext uri="{FF2B5EF4-FFF2-40B4-BE49-F238E27FC236}">
                  <a16:creationId xmlns:a16="http://schemas.microsoft.com/office/drawing/2014/main" id="{98A8620E-53AE-43E0-9084-C0B348787BDF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6181725" y="4725988"/>
              <a:ext cx="928688" cy="9350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5" name="Line 100">
              <a:extLst>
                <a:ext uri="{FF2B5EF4-FFF2-40B4-BE49-F238E27FC236}">
                  <a16:creationId xmlns:a16="http://schemas.microsoft.com/office/drawing/2014/main" id="{251AD279-5B6B-4427-943D-BDE288800F63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H="1">
              <a:off x="6645275" y="5303838"/>
              <a:ext cx="465138" cy="4683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" name="Rectangle 101">
              <a:extLst>
                <a:ext uri="{FF2B5EF4-FFF2-40B4-BE49-F238E27FC236}">
                  <a16:creationId xmlns:a16="http://schemas.microsoft.com/office/drawing/2014/main" id="{AF1D6D6E-5F6E-48A8-94BA-D460C64A7979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7113588" y="3846513"/>
              <a:ext cx="309562" cy="2320925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endParaRPr kumimoji="0" lang="ko-KR" altLang="ko-KR" sz="1600" b="1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47" name="Line 102">
              <a:extLst>
                <a:ext uri="{FF2B5EF4-FFF2-40B4-BE49-F238E27FC236}">
                  <a16:creationId xmlns:a16="http://schemas.microsoft.com/office/drawing/2014/main" id="{36F21C03-49CC-4859-826D-FD678147770D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5641975" y="3600450"/>
              <a:ext cx="1466850" cy="5572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" name="Line 103">
              <a:extLst>
                <a:ext uri="{FF2B5EF4-FFF2-40B4-BE49-F238E27FC236}">
                  <a16:creationId xmlns:a16="http://schemas.microsoft.com/office/drawing/2014/main" id="{573553AC-FED5-4938-BBBD-B982F5BDC5DE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5638800" y="3886200"/>
              <a:ext cx="3244850" cy="12065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9" name="Line 104">
              <a:extLst>
                <a:ext uri="{FF2B5EF4-FFF2-40B4-BE49-F238E27FC236}">
                  <a16:creationId xmlns:a16="http://schemas.microsoft.com/office/drawing/2014/main" id="{13B5CAC6-151B-420D-A065-8778902E286A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5641975" y="4171950"/>
              <a:ext cx="1466850" cy="5572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0" name="Line 105">
              <a:extLst>
                <a:ext uri="{FF2B5EF4-FFF2-40B4-BE49-F238E27FC236}">
                  <a16:creationId xmlns:a16="http://schemas.microsoft.com/office/drawing/2014/main" id="{F291EB33-40C5-4EE1-8E18-4983066C1A98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5638800" y="4741863"/>
              <a:ext cx="1470025" cy="55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1" name="Line 106">
              <a:extLst>
                <a:ext uri="{FF2B5EF4-FFF2-40B4-BE49-F238E27FC236}">
                  <a16:creationId xmlns:a16="http://schemas.microsoft.com/office/drawing/2014/main" id="{CC432814-5E87-4AD4-8CBD-55C450F1D462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5638800" y="4456113"/>
              <a:ext cx="3244850" cy="12065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2" name="Line 107">
              <a:extLst>
                <a:ext uri="{FF2B5EF4-FFF2-40B4-BE49-F238E27FC236}">
                  <a16:creationId xmlns:a16="http://schemas.microsoft.com/office/drawing/2014/main" id="{5A656D05-E286-4899-81B4-90AEE64C3186}"/>
                </a:ext>
              </a:extLst>
            </p:cNvPr>
            <p:cNvSpPr>
              <a:spLocks noChangeShapeType="1"/>
            </p:cNvSpPr>
            <p:nvPr/>
          </p:nvSpPr>
          <p:spPr bwMode="blackWhite">
            <a:xfrm>
              <a:off x="5638800" y="5027613"/>
              <a:ext cx="3244850" cy="12065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3" name="Text Box 108">
              <a:extLst>
                <a:ext uri="{FF2B5EF4-FFF2-40B4-BE49-F238E27FC236}">
                  <a16:creationId xmlns:a16="http://schemas.microsoft.com/office/drawing/2014/main" id="{D41939F8-FF9E-41FA-8140-3D976C0C6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392615">
              <a:off x="5867400" y="3886200"/>
              <a:ext cx="11430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요구사항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</a:t>
              </a:r>
            </a:p>
          </p:txBody>
        </p:sp>
        <p:sp>
          <p:nvSpPr>
            <p:cNvPr id="54" name="Text Box 109">
              <a:extLst>
                <a:ext uri="{FF2B5EF4-FFF2-40B4-BE49-F238E27FC236}">
                  <a16:creationId xmlns:a16="http://schemas.microsoft.com/office/drawing/2014/main" id="{08C8D13C-4566-4BE5-AF6E-8647B0EF4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321088">
              <a:off x="7696200" y="4570820"/>
              <a:ext cx="1143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수행범위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</a:t>
              </a:r>
            </a:p>
          </p:txBody>
        </p:sp>
        <p:sp>
          <p:nvSpPr>
            <p:cNvPr id="55" name="Text Box 110">
              <a:extLst>
                <a:ext uri="{FF2B5EF4-FFF2-40B4-BE49-F238E27FC236}">
                  <a16:creationId xmlns:a16="http://schemas.microsoft.com/office/drawing/2014/main" id="{C2EFF73E-CF2F-4439-80CA-FFAFC4CBD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31627">
              <a:off x="5715000" y="4419600"/>
              <a:ext cx="11430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요구사항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</a:t>
              </a:r>
            </a:p>
          </p:txBody>
        </p:sp>
        <p:sp>
          <p:nvSpPr>
            <p:cNvPr id="56" name="Text Box 111">
              <a:extLst>
                <a:ext uri="{FF2B5EF4-FFF2-40B4-BE49-F238E27FC236}">
                  <a16:creationId xmlns:a16="http://schemas.microsoft.com/office/drawing/2014/main" id="{01FE9EC8-AF18-4599-9C6A-9C129D892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336662">
              <a:off x="7620000" y="5105400"/>
              <a:ext cx="13716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수행범위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</a:t>
              </a:r>
            </a:p>
          </p:txBody>
        </p:sp>
        <p:sp>
          <p:nvSpPr>
            <p:cNvPr id="57" name="Text Box 112">
              <a:extLst>
                <a:ext uri="{FF2B5EF4-FFF2-40B4-BE49-F238E27FC236}">
                  <a16:creationId xmlns:a16="http://schemas.microsoft.com/office/drawing/2014/main" id="{B3EA375E-6819-4F09-A5C4-7D97091FC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293425">
              <a:off x="5562600" y="4910138"/>
              <a:ext cx="11430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요구사항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</a:t>
              </a:r>
            </a:p>
          </p:txBody>
        </p:sp>
        <p:sp>
          <p:nvSpPr>
            <p:cNvPr id="58" name="Text Box 113">
              <a:extLst>
                <a:ext uri="{FF2B5EF4-FFF2-40B4-BE49-F238E27FC236}">
                  <a16:creationId xmlns:a16="http://schemas.microsoft.com/office/drawing/2014/main" id="{889EF564-65AD-4827-99DF-AE5CBAF78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236641">
              <a:off x="7543800" y="5562600"/>
              <a:ext cx="11430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수행범위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</a:t>
              </a:r>
            </a:p>
          </p:txBody>
        </p:sp>
        <p:sp>
          <p:nvSpPr>
            <p:cNvPr id="59" name="Text Box 179">
              <a:extLst>
                <a:ext uri="{FF2B5EF4-FFF2-40B4-BE49-F238E27FC236}">
                  <a16:creationId xmlns:a16="http://schemas.microsoft.com/office/drawing/2014/main" id="{46305639-25E0-4CD1-9BC6-F7E73847C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3567113"/>
              <a:ext cx="16002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(</a:t>
              </a: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한계성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</a:t>
              </a: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제한성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  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일정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비용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인력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</a:t>
              </a: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자원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</p:txBody>
        </p:sp>
        <p:sp>
          <p:nvSpPr>
            <p:cNvPr id="60" name="Freeform 190">
              <a:extLst>
                <a:ext uri="{FF2B5EF4-FFF2-40B4-BE49-F238E27FC236}">
                  <a16:creationId xmlns:a16="http://schemas.microsoft.com/office/drawing/2014/main" id="{D4AA0B25-52CF-4885-A393-8E26D0A69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3687763"/>
              <a:ext cx="3946525" cy="2165350"/>
            </a:xfrm>
            <a:custGeom>
              <a:avLst/>
              <a:gdLst>
                <a:gd name="T0" fmla="*/ 2147483646 w 3900"/>
                <a:gd name="T1" fmla="*/ 2147483646 h 2162"/>
                <a:gd name="T2" fmla="*/ 2147483646 w 3900"/>
                <a:gd name="T3" fmla="*/ 2147483646 h 2162"/>
                <a:gd name="T4" fmla="*/ 2147483646 w 3900"/>
                <a:gd name="T5" fmla="*/ 2147483646 h 2162"/>
                <a:gd name="T6" fmla="*/ 2147483646 w 3900"/>
                <a:gd name="T7" fmla="*/ 2147483646 h 2162"/>
                <a:gd name="T8" fmla="*/ 2147483646 w 3900"/>
                <a:gd name="T9" fmla="*/ 2147483646 h 2162"/>
                <a:gd name="T10" fmla="*/ 2147483646 w 3900"/>
                <a:gd name="T11" fmla="*/ 2147483646 h 2162"/>
                <a:gd name="T12" fmla="*/ 2147483646 w 3900"/>
                <a:gd name="T13" fmla="*/ 2147483646 h 2162"/>
                <a:gd name="T14" fmla="*/ 2147483646 w 3900"/>
                <a:gd name="T15" fmla="*/ 2147483646 h 2162"/>
                <a:gd name="T16" fmla="*/ 2147483646 w 3900"/>
                <a:gd name="T17" fmla="*/ 2147483646 h 2162"/>
                <a:gd name="T18" fmla="*/ 2147483646 w 3900"/>
                <a:gd name="T19" fmla="*/ 2147483646 h 2162"/>
                <a:gd name="T20" fmla="*/ 2147483646 w 3900"/>
                <a:gd name="T21" fmla="*/ 2147483646 h 2162"/>
                <a:gd name="T22" fmla="*/ 2147483646 w 3900"/>
                <a:gd name="T23" fmla="*/ 2147483646 h 2162"/>
                <a:gd name="T24" fmla="*/ 2147483646 w 3900"/>
                <a:gd name="T25" fmla="*/ 2147483646 h 2162"/>
                <a:gd name="T26" fmla="*/ 2147483646 w 3900"/>
                <a:gd name="T27" fmla="*/ 2147483646 h 2162"/>
                <a:gd name="T28" fmla="*/ 2147483646 w 3900"/>
                <a:gd name="T29" fmla="*/ 2147483646 h 2162"/>
                <a:gd name="T30" fmla="*/ 2147483646 w 3900"/>
                <a:gd name="T31" fmla="*/ 2147483646 h 2162"/>
                <a:gd name="T32" fmla="*/ 2147483646 w 3900"/>
                <a:gd name="T33" fmla="*/ 2147483646 h 2162"/>
                <a:gd name="T34" fmla="*/ 2147483646 w 3900"/>
                <a:gd name="T35" fmla="*/ 2147483646 h 2162"/>
                <a:gd name="T36" fmla="*/ 2147483646 w 3900"/>
                <a:gd name="T37" fmla="*/ 2147483646 h 2162"/>
                <a:gd name="T38" fmla="*/ 2147483646 w 3900"/>
                <a:gd name="T39" fmla="*/ 2147483646 h 2162"/>
                <a:gd name="T40" fmla="*/ 2147483646 w 3900"/>
                <a:gd name="T41" fmla="*/ 2147483646 h 2162"/>
                <a:gd name="T42" fmla="*/ 2147483646 w 3900"/>
                <a:gd name="T43" fmla="*/ 2147483646 h 2162"/>
                <a:gd name="T44" fmla="*/ 2147483646 w 3900"/>
                <a:gd name="T45" fmla="*/ 2147483646 h 2162"/>
                <a:gd name="T46" fmla="*/ 2147483646 w 3900"/>
                <a:gd name="T47" fmla="*/ 2147483646 h 2162"/>
                <a:gd name="T48" fmla="*/ 2147483646 w 3900"/>
                <a:gd name="T49" fmla="*/ 2147483646 h 2162"/>
                <a:gd name="T50" fmla="*/ 2147483646 w 3900"/>
                <a:gd name="T51" fmla="*/ 2147483646 h 2162"/>
                <a:gd name="T52" fmla="*/ 2147483646 w 3900"/>
                <a:gd name="T53" fmla="*/ 2147483646 h 2162"/>
                <a:gd name="T54" fmla="*/ 2147483646 w 3900"/>
                <a:gd name="T55" fmla="*/ 2147483646 h 2162"/>
                <a:gd name="T56" fmla="*/ 2147483646 w 3900"/>
                <a:gd name="T57" fmla="*/ 2147483646 h 2162"/>
                <a:gd name="T58" fmla="*/ 2147483646 w 3900"/>
                <a:gd name="T59" fmla="*/ 2147483646 h 2162"/>
                <a:gd name="T60" fmla="*/ 2147483646 w 3900"/>
                <a:gd name="T61" fmla="*/ 2147483646 h 2162"/>
                <a:gd name="T62" fmla="*/ 2147483646 w 3900"/>
                <a:gd name="T63" fmla="*/ 2147483646 h 2162"/>
                <a:gd name="T64" fmla="*/ 2147483646 w 3900"/>
                <a:gd name="T65" fmla="*/ 2147483646 h 2162"/>
                <a:gd name="T66" fmla="*/ 2147483646 w 3900"/>
                <a:gd name="T67" fmla="*/ 2147483646 h 2162"/>
                <a:gd name="T68" fmla="*/ 2147483646 w 3900"/>
                <a:gd name="T69" fmla="*/ 2147483646 h 2162"/>
                <a:gd name="T70" fmla="*/ 2147483646 w 3900"/>
                <a:gd name="T71" fmla="*/ 2147483646 h 2162"/>
                <a:gd name="T72" fmla="*/ 2147483646 w 3900"/>
                <a:gd name="T73" fmla="*/ 2147483646 h 2162"/>
                <a:gd name="T74" fmla="*/ 2147483646 w 3900"/>
                <a:gd name="T75" fmla="*/ 2147483646 h 2162"/>
                <a:gd name="T76" fmla="*/ 2147483646 w 3900"/>
                <a:gd name="T77" fmla="*/ 2147483646 h 2162"/>
                <a:gd name="T78" fmla="*/ 2147483646 w 3900"/>
                <a:gd name="T79" fmla="*/ 2147483646 h 2162"/>
                <a:gd name="T80" fmla="*/ 2147483646 w 3900"/>
                <a:gd name="T81" fmla="*/ 2147483646 h 2162"/>
                <a:gd name="T82" fmla="*/ 2147483646 w 3900"/>
                <a:gd name="T83" fmla="*/ 2147483646 h 2162"/>
                <a:gd name="T84" fmla="*/ 2147483646 w 3900"/>
                <a:gd name="T85" fmla="*/ 2147483646 h 2162"/>
                <a:gd name="T86" fmla="*/ 2147483646 w 3900"/>
                <a:gd name="T87" fmla="*/ 2147483646 h 2162"/>
                <a:gd name="T88" fmla="*/ 2147483646 w 3900"/>
                <a:gd name="T89" fmla="*/ 2147483646 h 2162"/>
                <a:gd name="T90" fmla="*/ 2147483646 w 3900"/>
                <a:gd name="T91" fmla="*/ 2147483646 h 2162"/>
                <a:gd name="T92" fmla="*/ 2147483646 w 3900"/>
                <a:gd name="T93" fmla="*/ 2147483646 h 2162"/>
                <a:gd name="T94" fmla="*/ 2147483646 w 3900"/>
                <a:gd name="T95" fmla="*/ 2147483646 h 2162"/>
                <a:gd name="T96" fmla="*/ 2147483646 w 3900"/>
                <a:gd name="T97" fmla="*/ 2147483646 h 2162"/>
                <a:gd name="T98" fmla="*/ 2147483646 w 3900"/>
                <a:gd name="T99" fmla="*/ 2147483646 h 2162"/>
                <a:gd name="T100" fmla="*/ 2147483646 w 3900"/>
                <a:gd name="T101" fmla="*/ 2147483646 h 2162"/>
                <a:gd name="T102" fmla="*/ 2147483646 w 3900"/>
                <a:gd name="T103" fmla="*/ 2147483646 h 2162"/>
                <a:gd name="T104" fmla="*/ 2147483646 w 3900"/>
                <a:gd name="T105" fmla="*/ 2147483646 h 2162"/>
                <a:gd name="T106" fmla="*/ 2147483646 w 3900"/>
                <a:gd name="T107" fmla="*/ 2147483646 h 2162"/>
                <a:gd name="T108" fmla="*/ 2147483646 w 3900"/>
                <a:gd name="T109" fmla="*/ 2147483646 h 2162"/>
                <a:gd name="T110" fmla="*/ 2147483646 w 3900"/>
                <a:gd name="T111" fmla="*/ 2147483646 h 2162"/>
                <a:gd name="T112" fmla="*/ 2147483646 w 3900"/>
                <a:gd name="T113" fmla="*/ 2147483646 h 2162"/>
                <a:gd name="T114" fmla="*/ 2147483646 w 3900"/>
                <a:gd name="T115" fmla="*/ 2147483646 h 2162"/>
                <a:gd name="T116" fmla="*/ 2147483646 w 3900"/>
                <a:gd name="T117" fmla="*/ 2147483646 h 2162"/>
                <a:gd name="T118" fmla="*/ 2147483646 w 3900"/>
                <a:gd name="T119" fmla="*/ 2147483646 h 2162"/>
                <a:gd name="T120" fmla="*/ 2147483646 w 3900"/>
                <a:gd name="T121" fmla="*/ 2147483646 h 216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900"/>
                <a:gd name="T184" fmla="*/ 0 h 2162"/>
                <a:gd name="T185" fmla="*/ 3900 w 3900"/>
                <a:gd name="T186" fmla="*/ 2162 h 216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900" h="2162">
                  <a:moveTo>
                    <a:pt x="0" y="900"/>
                  </a:moveTo>
                  <a:lnTo>
                    <a:pt x="997" y="900"/>
                  </a:lnTo>
                  <a:lnTo>
                    <a:pt x="1011" y="900"/>
                  </a:lnTo>
                  <a:lnTo>
                    <a:pt x="1029" y="901"/>
                  </a:lnTo>
                  <a:lnTo>
                    <a:pt x="1040" y="902"/>
                  </a:lnTo>
                  <a:lnTo>
                    <a:pt x="1052" y="904"/>
                  </a:lnTo>
                  <a:lnTo>
                    <a:pt x="1065" y="906"/>
                  </a:lnTo>
                  <a:lnTo>
                    <a:pt x="1079" y="908"/>
                  </a:lnTo>
                  <a:lnTo>
                    <a:pt x="1093" y="912"/>
                  </a:lnTo>
                  <a:lnTo>
                    <a:pt x="1108" y="915"/>
                  </a:lnTo>
                  <a:lnTo>
                    <a:pt x="1123" y="920"/>
                  </a:lnTo>
                  <a:lnTo>
                    <a:pt x="1139" y="925"/>
                  </a:lnTo>
                  <a:lnTo>
                    <a:pt x="1155" y="931"/>
                  </a:lnTo>
                  <a:lnTo>
                    <a:pt x="1171" y="939"/>
                  </a:lnTo>
                  <a:lnTo>
                    <a:pt x="1187" y="947"/>
                  </a:lnTo>
                  <a:lnTo>
                    <a:pt x="1203" y="956"/>
                  </a:lnTo>
                  <a:lnTo>
                    <a:pt x="1211" y="961"/>
                  </a:lnTo>
                  <a:lnTo>
                    <a:pt x="1219" y="966"/>
                  </a:lnTo>
                  <a:lnTo>
                    <a:pt x="1227" y="972"/>
                  </a:lnTo>
                  <a:lnTo>
                    <a:pt x="1235" y="978"/>
                  </a:lnTo>
                  <a:lnTo>
                    <a:pt x="1242" y="984"/>
                  </a:lnTo>
                  <a:lnTo>
                    <a:pt x="1250" y="990"/>
                  </a:lnTo>
                  <a:lnTo>
                    <a:pt x="1257" y="997"/>
                  </a:lnTo>
                  <a:lnTo>
                    <a:pt x="1265" y="1004"/>
                  </a:lnTo>
                  <a:lnTo>
                    <a:pt x="1272" y="1012"/>
                  </a:lnTo>
                  <a:lnTo>
                    <a:pt x="1279" y="1020"/>
                  </a:lnTo>
                  <a:lnTo>
                    <a:pt x="1285" y="1028"/>
                  </a:lnTo>
                  <a:lnTo>
                    <a:pt x="1292" y="1037"/>
                  </a:lnTo>
                  <a:lnTo>
                    <a:pt x="1298" y="1046"/>
                  </a:lnTo>
                  <a:lnTo>
                    <a:pt x="1304" y="1055"/>
                  </a:lnTo>
                  <a:lnTo>
                    <a:pt x="1310" y="1065"/>
                  </a:lnTo>
                  <a:lnTo>
                    <a:pt x="1316" y="1075"/>
                  </a:lnTo>
                  <a:lnTo>
                    <a:pt x="1321" y="1086"/>
                  </a:lnTo>
                  <a:lnTo>
                    <a:pt x="1326" y="1097"/>
                  </a:lnTo>
                  <a:lnTo>
                    <a:pt x="1331" y="1108"/>
                  </a:lnTo>
                  <a:lnTo>
                    <a:pt x="1336" y="1120"/>
                  </a:lnTo>
                  <a:lnTo>
                    <a:pt x="1340" y="1132"/>
                  </a:lnTo>
                  <a:lnTo>
                    <a:pt x="1344" y="1145"/>
                  </a:lnTo>
                  <a:lnTo>
                    <a:pt x="1347" y="1158"/>
                  </a:lnTo>
                  <a:lnTo>
                    <a:pt x="1350" y="1172"/>
                  </a:lnTo>
                  <a:lnTo>
                    <a:pt x="1353" y="1186"/>
                  </a:lnTo>
                  <a:lnTo>
                    <a:pt x="1355" y="1200"/>
                  </a:lnTo>
                  <a:lnTo>
                    <a:pt x="1357" y="1216"/>
                  </a:lnTo>
                  <a:lnTo>
                    <a:pt x="1359" y="1231"/>
                  </a:lnTo>
                  <a:lnTo>
                    <a:pt x="1360" y="1247"/>
                  </a:lnTo>
                  <a:lnTo>
                    <a:pt x="1361" y="1264"/>
                  </a:lnTo>
                  <a:lnTo>
                    <a:pt x="1361" y="1281"/>
                  </a:lnTo>
                  <a:lnTo>
                    <a:pt x="1361" y="1299"/>
                  </a:lnTo>
                  <a:lnTo>
                    <a:pt x="1361" y="1822"/>
                  </a:lnTo>
                  <a:lnTo>
                    <a:pt x="1361" y="1821"/>
                  </a:lnTo>
                  <a:lnTo>
                    <a:pt x="1361" y="1823"/>
                  </a:lnTo>
                  <a:lnTo>
                    <a:pt x="1361" y="1832"/>
                  </a:lnTo>
                  <a:lnTo>
                    <a:pt x="1363" y="1848"/>
                  </a:lnTo>
                  <a:lnTo>
                    <a:pt x="1364" y="1858"/>
                  </a:lnTo>
                  <a:lnTo>
                    <a:pt x="1366" y="1869"/>
                  </a:lnTo>
                  <a:lnTo>
                    <a:pt x="1368" y="1881"/>
                  </a:lnTo>
                  <a:lnTo>
                    <a:pt x="1371" y="1894"/>
                  </a:lnTo>
                  <a:lnTo>
                    <a:pt x="1375" y="1908"/>
                  </a:lnTo>
                  <a:lnTo>
                    <a:pt x="1379" y="1923"/>
                  </a:lnTo>
                  <a:lnTo>
                    <a:pt x="1384" y="1938"/>
                  </a:lnTo>
                  <a:lnTo>
                    <a:pt x="1390" y="1954"/>
                  </a:lnTo>
                  <a:lnTo>
                    <a:pt x="1398" y="1970"/>
                  </a:lnTo>
                  <a:lnTo>
                    <a:pt x="1406" y="1986"/>
                  </a:lnTo>
                  <a:lnTo>
                    <a:pt x="1415" y="2003"/>
                  </a:lnTo>
                  <a:lnTo>
                    <a:pt x="1420" y="2011"/>
                  </a:lnTo>
                  <a:lnTo>
                    <a:pt x="1426" y="2019"/>
                  </a:lnTo>
                  <a:lnTo>
                    <a:pt x="1432" y="2027"/>
                  </a:lnTo>
                  <a:lnTo>
                    <a:pt x="1438" y="2035"/>
                  </a:lnTo>
                  <a:lnTo>
                    <a:pt x="1444" y="2043"/>
                  </a:lnTo>
                  <a:lnTo>
                    <a:pt x="1451" y="2051"/>
                  </a:lnTo>
                  <a:lnTo>
                    <a:pt x="1458" y="2058"/>
                  </a:lnTo>
                  <a:lnTo>
                    <a:pt x="1466" y="2066"/>
                  </a:lnTo>
                  <a:lnTo>
                    <a:pt x="1473" y="2073"/>
                  </a:lnTo>
                  <a:lnTo>
                    <a:pt x="1482" y="2080"/>
                  </a:lnTo>
                  <a:lnTo>
                    <a:pt x="1490" y="2087"/>
                  </a:lnTo>
                  <a:lnTo>
                    <a:pt x="1499" y="2094"/>
                  </a:lnTo>
                  <a:lnTo>
                    <a:pt x="1509" y="2100"/>
                  </a:lnTo>
                  <a:lnTo>
                    <a:pt x="1519" y="2107"/>
                  </a:lnTo>
                  <a:lnTo>
                    <a:pt x="1529" y="2113"/>
                  </a:lnTo>
                  <a:lnTo>
                    <a:pt x="1540" y="2119"/>
                  </a:lnTo>
                  <a:lnTo>
                    <a:pt x="1551" y="2124"/>
                  </a:lnTo>
                  <a:lnTo>
                    <a:pt x="1563" y="2129"/>
                  </a:lnTo>
                  <a:lnTo>
                    <a:pt x="1575" y="2134"/>
                  </a:lnTo>
                  <a:lnTo>
                    <a:pt x="1587" y="2139"/>
                  </a:lnTo>
                  <a:lnTo>
                    <a:pt x="1601" y="2143"/>
                  </a:lnTo>
                  <a:lnTo>
                    <a:pt x="1614" y="2147"/>
                  </a:lnTo>
                  <a:lnTo>
                    <a:pt x="1628" y="2150"/>
                  </a:lnTo>
                  <a:lnTo>
                    <a:pt x="1643" y="2153"/>
                  </a:lnTo>
                  <a:lnTo>
                    <a:pt x="1658" y="2156"/>
                  </a:lnTo>
                  <a:lnTo>
                    <a:pt x="1674" y="2158"/>
                  </a:lnTo>
                  <a:lnTo>
                    <a:pt x="1690" y="2160"/>
                  </a:lnTo>
                  <a:lnTo>
                    <a:pt x="1707" y="2161"/>
                  </a:lnTo>
                  <a:lnTo>
                    <a:pt x="1724" y="2162"/>
                  </a:lnTo>
                  <a:lnTo>
                    <a:pt x="1742" y="2162"/>
                  </a:lnTo>
                  <a:lnTo>
                    <a:pt x="1759" y="2162"/>
                  </a:lnTo>
                  <a:lnTo>
                    <a:pt x="1776" y="2161"/>
                  </a:lnTo>
                  <a:lnTo>
                    <a:pt x="1793" y="2160"/>
                  </a:lnTo>
                  <a:lnTo>
                    <a:pt x="1808" y="2159"/>
                  </a:lnTo>
                  <a:lnTo>
                    <a:pt x="1824" y="2158"/>
                  </a:lnTo>
                  <a:lnTo>
                    <a:pt x="1839" y="2156"/>
                  </a:lnTo>
                  <a:lnTo>
                    <a:pt x="1853" y="2154"/>
                  </a:lnTo>
                  <a:lnTo>
                    <a:pt x="1867" y="2151"/>
                  </a:lnTo>
                  <a:lnTo>
                    <a:pt x="1880" y="2148"/>
                  </a:lnTo>
                  <a:lnTo>
                    <a:pt x="1893" y="2145"/>
                  </a:lnTo>
                  <a:lnTo>
                    <a:pt x="1906" y="2142"/>
                  </a:lnTo>
                  <a:lnTo>
                    <a:pt x="1918" y="2139"/>
                  </a:lnTo>
                  <a:lnTo>
                    <a:pt x="1930" y="2135"/>
                  </a:lnTo>
                  <a:lnTo>
                    <a:pt x="1941" y="2131"/>
                  </a:lnTo>
                  <a:lnTo>
                    <a:pt x="1952" y="2127"/>
                  </a:lnTo>
                  <a:lnTo>
                    <a:pt x="1963" y="2122"/>
                  </a:lnTo>
                  <a:lnTo>
                    <a:pt x="1973" y="2118"/>
                  </a:lnTo>
                  <a:lnTo>
                    <a:pt x="1982" y="2113"/>
                  </a:lnTo>
                  <a:lnTo>
                    <a:pt x="1992" y="2108"/>
                  </a:lnTo>
                  <a:lnTo>
                    <a:pt x="2001" y="2102"/>
                  </a:lnTo>
                  <a:lnTo>
                    <a:pt x="2009" y="2097"/>
                  </a:lnTo>
                  <a:lnTo>
                    <a:pt x="2017" y="2091"/>
                  </a:lnTo>
                  <a:lnTo>
                    <a:pt x="2025" y="2085"/>
                  </a:lnTo>
                  <a:lnTo>
                    <a:pt x="2033" y="2080"/>
                  </a:lnTo>
                  <a:lnTo>
                    <a:pt x="2040" y="2073"/>
                  </a:lnTo>
                  <a:lnTo>
                    <a:pt x="2047" y="2067"/>
                  </a:lnTo>
                  <a:lnTo>
                    <a:pt x="2054" y="2061"/>
                  </a:lnTo>
                  <a:lnTo>
                    <a:pt x="2060" y="2055"/>
                  </a:lnTo>
                  <a:lnTo>
                    <a:pt x="2066" y="2048"/>
                  </a:lnTo>
                  <a:lnTo>
                    <a:pt x="2072" y="2041"/>
                  </a:lnTo>
                  <a:lnTo>
                    <a:pt x="2077" y="2035"/>
                  </a:lnTo>
                  <a:lnTo>
                    <a:pt x="2082" y="2028"/>
                  </a:lnTo>
                  <a:lnTo>
                    <a:pt x="2092" y="2014"/>
                  </a:lnTo>
                  <a:lnTo>
                    <a:pt x="2100" y="2000"/>
                  </a:lnTo>
                  <a:lnTo>
                    <a:pt x="2107" y="1986"/>
                  </a:lnTo>
                  <a:lnTo>
                    <a:pt x="2114" y="1972"/>
                  </a:lnTo>
                  <a:lnTo>
                    <a:pt x="2120" y="1958"/>
                  </a:lnTo>
                  <a:lnTo>
                    <a:pt x="2125" y="1944"/>
                  </a:lnTo>
                  <a:lnTo>
                    <a:pt x="2130" y="1930"/>
                  </a:lnTo>
                  <a:lnTo>
                    <a:pt x="2133" y="1917"/>
                  </a:lnTo>
                  <a:lnTo>
                    <a:pt x="2137" y="1903"/>
                  </a:lnTo>
                  <a:lnTo>
                    <a:pt x="2139" y="1891"/>
                  </a:lnTo>
                  <a:lnTo>
                    <a:pt x="2144" y="1866"/>
                  </a:lnTo>
                  <a:lnTo>
                    <a:pt x="2150" y="1826"/>
                  </a:lnTo>
                  <a:lnTo>
                    <a:pt x="2150" y="342"/>
                  </a:lnTo>
                  <a:lnTo>
                    <a:pt x="2151" y="326"/>
                  </a:lnTo>
                  <a:lnTo>
                    <a:pt x="2153" y="307"/>
                  </a:lnTo>
                  <a:lnTo>
                    <a:pt x="2156" y="285"/>
                  </a:lnTo>
                  <a:lnTo>
                    <a:pt x="2158" y="274"/>
                  </a:lnTo>
                  <a:lnTo>
                    <a:pt x="2160" y="262"/>
                  </a:lnTo>
                  <a:lnTo>
                    <a:pt x="2163" y="249"/>
                  </a:lnTo>
                  <a:lnTo>
                    <a:pt x="2166" y="236"/>
                  </a:lnTo>
                  <a:lnTo>
                    <a:pt x="2170" y="223"/>
                  </a:lnTo>
                  <a:lnTo>
                    <a:pt x="2174" y="210"/>
                  </a:lnTo>
                  <a:lnTo>
                    <a:pt x="2179" y="197"/>
                  </a:lnTo>
                  <a:lnTo>
                    <a:pt x="2185" y="183"/>
                  </a:lnTo>
                  <a:lnTo>
                    <a:pt x="2192" y="170"/>
                  </a:lnTo>
                  <a:lnTo>
                    <a:pt x="2200" y="156"/>
                  </a:lnTo>
                  <a:lnTo>
                    <a:pt x="2209" y="143"/>
                  </a:lnTo>
                  <a:lnTo>
                    <a:pt x="2213" y="136"/>
                  </a:lnTo>
                  <a:lnTo>
                    <a:pt x="2218" y="130"/>
                  </a:lnTo>
                  <a:lnTo>
                    <a:pt x="2224" y="123"/>
                  </a:lnTo>
                  <a:lnTo>
                    <a:pt x="2229" y="117"/>
                  </a:lnTo>
                  <a:lnTo>
                    <a:pt x="2235" y="110"/>
                  </a:lnTo>
                  <a:lnTo>
                    <a:pt x="2241" y="104"/>
                  </a:lnTo>
                  <a:lnTo>
                    <a:pt x="2248" y="98"/>
                  </a:lnTo>
                  <a:lnTo>
                    <a:pt x="2255" y="92"/>
                  </a:lnTo>
                  <a:lnTo>
                    <a:pt x="2262" y="86"/>
                  </a:lnTo>
                  <a:lnTo>
                    <a:pt x="2269" y="80"/>
                  </a:lnTo>
                  <a:lnTo>
                    <a:pt x="2277" y="74"/>
                  </a:lnTo>
                  <a:lnTo>
                    <a:pt x="2285" y="69"/>
                  </a:lnTo>
                  <a:lnTo>
                    <a:pt x="2294" y="63"/>
                  </a:lnTo>
                  <a:lnTo>
                    <a:pt x="2303" y="58"/>
                  </a:lnTo>
                  <a:lnTo>
                    <a:pt x="2312" y="53"/>
                  </a:lnTo>
                  <a:lnTo>
                    <a:pt x="2322" y="48"/>
                  </a:lnTo>
                  <a:lnTo>
                    <a:pt x="2332" y="43"/>
                  </a:lnTo>
                  <a:lnTo>
                    <a:pt x="2343" y="39"/>
                  </a:lnTo>
                  <a:lnTo>
                    <a:pt x="2354" y="34"/>
                  </a:lnTo>
                  <a:lnTo>
                    <a:pt x="2365" y="30"/>
                  </a:lnTo>
                  <a:lnTo>
                    <a:pt x="2377" y="26"/>
                  </a:lnTo>
                  <a:lnTo>
                    <a:pt x="2389" y="22"/>
                  </a:lnTo>
                  <a:lnTo>
                    <a:pt x="2402" y="19"/>
                  </a:lnTo>
                  <a:lnTo>
                    <a:pt x="2415" y="15"/>
                  </a:lnTo>
                  <a:lnTo>
                    <a:pt x="2429" y="12"/>
                  </a:lnTo>
                  <a:lnTo>
                    <a:pt x="2443" y="9"/>
                  </a:lnTo>
                  <a:lnTo>
                    <a:pt x="2457" y="7"/>
                  </a:lnTo>
                  <a:lnTo>
                    <a:pt x="2472" y="4"/>
                  </a:lnTo>
                  <a:lnTo>
                    <a:pt x="2504" y="0"/>
                  </a:lnTo>
                  <a:lnTo>
                    <a:pt x="390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Freeform 191">
              <a:extLst>
                <a:ext uri="{FF2B5EF4-FFF2-40B4-BE49-F238E27FC236}">
                  <a16:creationId xmlns:a16="http://schemas.microsoft.com/office/drawing/2014/main" id="{E2DDE84D-FD80-47C0-BE91-FFA1CD358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088" y="4676775"/>
              <a:ext cx="593725" cy="565150"/>
            </a:xfrm>
            <a:custGeom>
              <a:avLst/>
              <a:gdLst>
                <a:gd name="T0" fmla="*/ 2147483646 w 532"/>
                <a:gd name="T1" fmla="*/ 2147483646 h 532"/>
                <a:gd name="T2" fmla="*/ 2147483646 w 532"/>
                <a:gd name="T3" fmla="*/ 2147483646 h 532"/>
                <a:gd name="T4" fmla="*/ 2147483646 w 532"/>
                <a:gd name="T5" fmla="*/ 2147483646 h 532"/>
                <a:gd name="T6" fmla="*/ 2147483646 w 532"/>
                <a:gd name="T7" fmla="*/ 2147483646 h 532"/>
                <a:gd name="T8" fmla="*/ 2147483646 w 532"/>
                <a:gd name="T9" fmla="*/ 2147483646 h 532"/>
                <a:gd name="T10" fmla="*/ 2147483646 w 532"/>
                <a:gd name="T11" fmla="*/ 2147483646 h 532"/>
                <a:gd name="T12" fmla="*/ 2147483646 w 532"/>
                <a:gd name="T13" fmla="*/ 2147483646 h 532"/>
                <a:gd name="T14" fmla="*/ 2147483646 w 532"/>
                <a:gd name="T15" fmla="*/ 2147483646 h 532"/>
                <a:gd name="T16" fmla="*/ 2147483646 w 532"/>
                <a:gd name="T17" fmla="*/ 2147483646 h 532"/>
                <a:gd name="T18" fmla="*/ 2147483646 w 532"/>
                <a:gd name="T19" fmla="*/ 2147483646 h 532"/>
                <a:gd name="T20" fmla="*/ 2147483646 w 532"/>
                <a:gd name="T21" fmla="*/ 2147483646 h 532"/>
                <a:gd name="T22" fmla="*/ 2147483646 w 532"/>
                <a:gd name="T23" fmla="*/ 2147483646 h 532"/>
                <a:gd name="T24" fmla="*/ 2147483646 w 532"/>
                <a:gd name="T25" fmla="*/ 2147483646 h 532"/>
                <a:gd name="T26" fmla="*/ 2147483646 w 532"/>
                <a:gd name="T27" fmla="*/ 2147483646 h 532"/>
                <a:gd name="T28" fmla="*/ 2147483646 w 532"/>
                <a:gd name="T29" fmla="*/ 2147483646 h 532"/>
                <a:gd name="T30" fmla="*/ 2147483646 w 532"/>
                <a:gd name="T31" fmla="*/ 2147483646 h 532"/>
                <a:gd name="T32" fmla="*/ 2147483646 w 532"/>
                <a:gd name="T33" fmla="*/ 2147483646 h 532"/>
                <a:gd name="T34" fmla="*/ 2147483646 w 532"/>
                <a:gd name="T35" fmla="*/ 2147483646 h 532"/>
                <a:gd name="T36" fmla="*/ 2147483646 w 532"/>
                <a:gd name="T37" fmla="*/ 2147483646 h 532"/>
                <a:gd name="T38" fmla="*/ 2147483646 w 532"/>
                <a:gd name="T39" fmla="*/ 2147483646 h 532"/>
                <a:gd name="T40" fmla="*/ 2147483646 w 532"/>
                <a:gd name="T41" fmla="*/ 2147483646 h 532"/>
                <a:gd name="T42" fmla="*/ 2147483646 w 532"/>
                <a:gd name="T43" fmla="*/ 2147483646 h 532"/>
                <a:gd name="T44" fmla="*/ 2147483646 w 532"/>
                <a:gd name="T45" fmla="*/ 2147483646 h 532"/>
                <a:gd name="T46" fmla="*/ 2147483646 w 532"/>
                <a:gd name="T47" fmla="*/ 2147483646 h 532"/>
                <a:gd name="T48" fmla="*/ 2147483646 w 532"/>
                <a:gd name="T49" fmla="*/ 2147483646 h 532"/>
                <a:gd name="T50" fmla="*/ 2147483646 w 532"/>
                <a:gd name="T51" fmla="*/ 2147483646 h 532"/>
                <a:gd name="T52" fmla="*/ 2147483646 w 532"/>
                <a:gd name="T53" fmla="*/ 2147483646 h 532"/>
                <a:gd name="T54" fmla="*/ 2147483646 w 532"/>
                <a:gd name="T55" fmla="*/ 2147483646 h 532"/>
                <a:gd name="T56" fmla="*/ 2147483646 w 532"/>
                <a:gd name="T57" fmla="*/ 2147483646 h 532"/>
                <a:gd name="T58" fmla="*/ 2147483646 w 532"/>
                <a:gd name="T59" fmla="*/ 2147483646 h 532"/>
                <a:gd name="T60" fmla="*/ 2147483646 w 532"/>
                <a:gd name="T61" fmla="*/ 2147483646 h 532"/>
                <a:gd name="T62" fmla="*/ 2147483646 w 532"/>
                <a:gd name="T63" fmla="*/ 0 h 532"/>
                <a:gd name="T64" fmla="*/ 2147483646 w 532"/>
                <a:gd name="T65" fmla="*/ 2147483646 h 532"/>
                <a:gd name="T66" fmla="*/ 2147483646 w 532"/>
                <a:gd name="T67" fmla="*/ 2147483646 h 532"/>
                <a:gd name="T68" fmla="*/ 2147483646 w 532"/>
                <a:gd name="T69" fmla="*/ 2147483646 h 532"/>
                <a:gd name="T70" fmla="*/ 2147483646 w 532"/>
                <a:gd name="T71" fmla="*/ 2147483646 h 532"/>
                <a:gd name="T72" fmla="*/ 2147483646 w 532"/>
                <a:gd name="T73" fmla="*/ 2147483646 h 532"/>
                <a:gd name="T74" fmla="*/ 2147483646 w 532"/>
                <a:gd name="T75" fmla="*/ 2147483646 h 532"/>
                <a:gd name="T76" fmla="*/ 2147483646 w 532"/>
                <a:gd name="T77" fmla="*/ 2147483646 h 532"/>
                <a:gd name="T78" fmla="*/ 2147483646 w 532"/>
                <a:gd name="T79" fmla="*/ 2147483646 h 532"/>
                <a:gd name="T80" fmla="*/ 2147483646 w 532"/>
                <a:gd name="T81" fmla="*/ 2147483646 h 532"/>
                <a:gd name="T82" fmla="*/ 2147483646 w 532"/>
                <a:gd name="T83" fmla="*/ 2147483646 h 532"/>
                <a:gd name="T84" fmla="*/ 2147483646 w 532"/>
                <a:gd name="T85" fmla="*/ 2147483646 h 5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32"/>
                <a:gd name="T130" fmla="*/ 0 h 532"/>
                <a:gd name="T131" fmla="*/ 532 w 532"/>
                <a:gd name="T132" fmla="*/ 532 h 5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32" h="532">
                  <a:moveTo>
                    <a:pt x="532" y="266"/>
                  </a:moveTo>
                  <a:lnTo>
                    <a:pt x="532" y="280"/>
                  </a:lnTo>
                  <a:lnTo>
                    <a:pt x="531" y="293"/>
                  </a:lnTo>
                  <a:lnTo>
                    <a:pt x="529" y="306"/>
                  </a:lnTo>
                  <a:lnTo>
                    <a:pt x="527" y="319"/>
                  </a:lnTo>
                  <a:lnTo>
                    <a:pt x="524" y="332"/>
                  </a:lnTo>
                  <a:lnTo>
                    <a:pt x="520" y="345"/>
                  </a:lnTo>
                  <a:lnTo>
                    <a:pt x="516" y="357"/>
                  </a:lnTo>
                  <a:lnTo>
                    <a:pt x="511" y="369"/>
                  </a:lnTo>
                  <a:lnTo>
                    <a:pt x="506" y="381"/>
                  </a:lnTo>
                  <a:lnTo>
                    <a:pt x="500" y="393"/>
                  </a:lnTo>
                  <a:lnTo>
                    <a:pt x="494" y="404"/>
                  </a:lnTo>
                  <a:lnTo>
                    <a:pt x="487" y="415"/>
                  </a:lnTo>
                  <a:lnTo>
                    <a:pt x="479" y="425"/>
                  </a:lnTo>
                  <a:lnTo>
                    <a:pt x="471" y="435"/>
                  </a:lnTo>
                  <a:lnTo>
                    <a:pt x="463" y="445"/>
                  </a:lnTo>
                  <a:lnTo>
                    <a:pt x="454" y="454"/>
                  </a:lnTo>
                  <a:lnTo>
                    <a:pt x="445" y="463"/>
                  </a:lnTo>
                  <a:lnTo>
                    <a:pt x="435" y="471"/>
                  </a:lnTo>
                  <a:lnTo>
                    <a:pt x="425" y="479"/>
                  </a:lnTo>
                  <a:lnTo>
                    <a:pt x="415" y="486"/>
                  </a:lnTo>
                  <a:lnTo>
                    <a:pt x="404" y="493"/>
                  </a:lnTo>
                  <a:lnTo>
                    <a:pt x="393" y="500"/>
                  </a:lnTo>
                  <a:lnTo>
                    <a:pt x="381" y="506"/>
                  </a:lnTo>
                  <a:lnTo>
                    <a:pt x="370" y="511"/>
                  </a:lnTo>
                  <a:lnTo>
                    <a:pt x="358" y="516"/>
                  </a:lnTo>
                  <a:lnTo>
                    <a:pt x="345" y="520"/>
                  </a:lnTo>
                  <a:lnTo>
                    <a:pt x="333" y="523"/>
                  </a:lnTo>
                  <a:lnTo>
                    <a:pt x="320" y="526"/>
                  </a:lnTo>
                  <a:lnTo>
                    <a:pt x="307" y="529"/>
                  </a:lnTo>
                  <a:lnTo>
                    <a:pt x="293" y="530"/>
                  </a:lnTo>
                  <a:lnTo>
                    <a:pt x="280" y="531"/>
                  </a:lnTo>
                  <a:lnTo>
                    <a:pt x="266" y="532"/>
                  </a:lnTo>
                  <a:lnTo>
                    <a:pt x="252" y="531"/>
                  </a:lnTo>
                  <a:lnTo>
                    <a:pt x="239" y="530"/>
                  </a:lnTo>
                  <a:lnTo>
                    <a:pt x="226" y="529"/>
                  </a:lnTo>
                  <a:lnTo>
                    <a:pt x="213" y="526"/>
                  </a:lnTo>
                  <a:lnTo>
                    <a:pt x="200" y="523"/>
                  </a:lnTo>
                  <a:lnTo>
                    <a:pt x="187" y="520"/>
                  </a:lnTo>
                  <a:lnTo>
                    <a:pt x="175" y="516"/>
                  </a:lnTo>
                  <a:lnTo>
                    <a:pt x="163" y="511"/>
                  </a:lnTo>
                  <a:lnTo>
                    <a:pt x="151" y="506"/>
                  </a:lnTo>
                  <a:lnTo>
                    <a:pt x="139" y="500"/>
                  </a:lnTo>
                  <a:lnTo>
                    <a:pt x="128" y="493"/>
                  </a:lnTo>
                  <a:lnTo>
                    <a:pt x="118" y="486"/>
                  </a:lnTo>
                  <a:lnTo>
                    <a:pt x="107" y="479"/>
                  </a:lnTo>
                  <a:lnTo>
                    <a:pt x="97" y="471"/>
                  </a:lnTo>
                  <a:lnTo>
                    <a:pt x="87" y="463"/>
                  </a:lnTo>
                  <a:lnTo>
                    <a:pt x="78" y="454"/>
                  </a:lnTo>
                  <a:lnTo>
                    <a:pt x="69" y="445"/>
                  </a:lnTo>
                  <a:lnTo>
                    <a:pt x="61" y="435"/>
                  </a:lnTo>
                  <a:lnTo>
                    <a:pt x="53" y="425"/>
                  </a:lnTo>
                  <a:lnTo>
                    <a:pt x="46" y="415"/>
                  </a:lnTo>
                  <a:lnTo>
                    <a:pt x="39" y="404"/>
                  </a:lnTo>
                  <a:lnTo>
                    <a:pt x="32" y="393"/>
                  </a:lnTo>
                  <a:lnTo>
                    <a:pt x="27" y="381"/>
                  </a:lnTo>
                  <a:lnTo>
                    <a:pt x="21" y="369"/>
                  </a:lnTo>
                  <a:lnTo>
                    <a:pt x="16" y="357"/>
                  </a:lnTo>
                  <a:lnTo>
                    <a:pt x="12" y="345"/>
                  </a:lnTo>
                  <a:lnTo>
                    <a:pt x="9" y="332"/>
                  </a:lnTo>
                  <a:lnTo>
                    <a:pt x="6" y="319"/>
                  </a:lnTo>
                  <a:lnTo>
                    <a:pt x="3" y="306"/>
                  </a:lnTo>
                  <a:lnTo>
                    <a:pt x="2" y="293"/>
                  </a:lnTo>
                  <a:lnTo>
                    <a:pt x="1" y="280"/>
                  </a:lnTo>
                  <a:lnTo>
                    <a:pt x="0" y="266"/>
                  </a:lnTo>
                  <a:lnTo>
                    <a:pt x="1" y="252"/>
                  </a:lnTo>
                  <a:lnTo>
                    <a:pt x="2" y="239"/>
                  </a:lnTo>
                  <a:lnTo>
                    <a:pt x="3" y="225"/>
                  </a:lnTo>
                  <a:lnTo>
                    <a:pt x="6" y="212"/>
                  </a:lnTo>
                  <a:lnTo>
                    <a:pt x="9" y="199"/>
                  </a:lnTo>
                  <a:lnTo>
                    <a:pt x="12" y="187"/>
                  </a:lnTo>
                  <a:lnTo>
                    <a:pt x="16" y="174"/>
                  </a:lnTo>
                  <a:lnTo>
                    <a:pt x="21" y="162"/>
                  </a:lnTo>
                  <a:lnTo>
                    <a:pt x="27" y="151"/>
                  </a:lnTo>
                  <a:lnTo>
                    <a:pt x="32" y="139"/>
                  </a:lnTo>
                  <a:lnTo>
                    <a:pt x="39" y="128"/>
                  </a:lnTo>
                  <a:lnTo>
                    <a:pt x="46" y="117"/>
                  </a:lnTo>
                  <a:lnTo>
                    <a:pt x="53" y="107"/>
                  </a:lnTo>
                  <a:lnTo>
                    <a:pt x="61" y="97"/>
                  </a:lnTo>
                  <a:lnTo>
                    <a:pt x="69" y="87"/>
                  </a:lnTo>
                  <a:lnTo>
                    <a:pt x="78" y="78"/>
                  </a:lnTo>
                  <a:lnTo>
                    <a:pt x="87" y="69"/>
                  </a:lnTo>
                  <a:lnTo>
                    <a:pt x="97" y="61"/>
                  </a:lnTo>
                  <a:lnTo>
                    <a:pt x="107" y="53"/>
                  </a:lnTo>
                  <a:lnTo>
                    <a:pt x="118" y="45"/>
                  </a:lnTo>
                  <a:lnTo>
                    <a:pt x="128" y="38"/>
                  </a:lnTo>
                  <a:lnTo>
                    <a:pt x="139" y="32"/>
                  </a:lnTo>
                  <a:lnTo>
                    <a:pt x="151" y="26"/>
                  </a:lnTo>
                  <a:lnTo>
                    <a:pt x="163" y="21"/>
                  </a:lnTo>
                  <a:lnTo>
                    <a:pt x="175" y="16"/>
                  </a:lnTo>
                  <a:lnTo>
                    <a:pt x="187" y="12"/>
                  </a:lnTo>
                  <a:lnTo>
                    <a:pt x="200" y="8"/>
                  </a:lnTo>
                  <a:lnTo>
                    <a:pt x="213" y="5"/>
                  </a:lnTo>
                  <a:lnTo>
                    <a:pt x="226" y="3"/>
                  </a:lnTo>
                  <a:lnTo>
                    <a:pt x="239" y="1"/>
                  </a:lnTo>
                  <a:lnTo>
                    <a:pt x="252" y="0"/>
                  </a:lnTo>
                  <a:lnTo>
                    <a:pt x="266" y="0"/>
                  </a:lnTo>
                  <a:lnTo>
                    <a:pt x="280" y="0"/>
                  </a:lnTo>
                  <a:lnTo>
                    <a:pt x="293" y="1"/>
                  </a:lnTo>
                  <a:lnTo>
                    <a:pt x="307" y="3"/>
                  </a:lnTo>
                  <a:lnTo>
                    <a:pt x="320" y="5"/>
                  </a:lnTo>
                  <a:lnTo>
                    <a:pt x="333" y="8"/>
                  </a:lnTo>
                  <a:lnTo>
                    <a:pt x="345" y="12"/>
                  </a:lnTo>
                  <a:lnTo>
                    <a:pt x="358" y="16"/>
                  </a:lnTo>
                  <a:lnTo>
                    <a:pt x="370" y="21"/>
                  </a:lnTo>
                  <a:lnTo>
                    <a:pt x="381" y="26"/>
                  </a:lnTo>
                  <a:lnTo>
                    <a:pt x="393" y="32"/>
                  </a:lnTo>
                  <a:lnTo>
                    <a:pt x="404" y="38"/>
                  </a:lnTo>
                  <a:lnTo>
                    <a:pt x="415" y="45"/>
                  </a:lnTo>
                  <a:lnTo>
                    <a:pt x="425" y="53"/>
                  </a:lnTo>
                  <a:lnTo>
                    <a:pt x="435" y="61"/>
                  </a:lnTo>
                  <a:lnTo>
                    <a:pt x="445" y="69"/>
                  </a:lnTo>
                  <a:lnTo>
                    <a:pt x="454" y="78"/>
                  </a:lnTo>
                  <a:lnTo>
                    <a:pt x="463" y="87"/>
                  </a:lnTo>
                  <a:lnTo>
                    <a:pt x="471" y="97"/>
                  </a:lnTo>
                  <a:lnTo>
                    <a:pt x="479" y="107"/>
                  </a:lnTo>
                  <a:lnTo>
                    <a:pt x="487" y="117"/>
                  </a:lnTo>
                  <a:lnTo>
                    <a:pt x="494" y="128"/>
                  </a:lnTo>
                  <a:lnTo>
                    <a:pt x="500" y="139"/>
                  </a:lnTo>
                  <a:lnTo>
                    <a:pt x="506" y="151"/>
                  </a:lnTo>
                  <a:lnTo>
                    <a:pt x="511" y="162"/>
                  </a:lnTo>
                  <a:lnTo>
                    <a:pt x="516" y="174"/>
                  </a:lnTo>
                  <a:lnTo>
                    <a:pt x="520" y="187"/>
                  </a:lnTo>
                  <a:lnTo>
                    <a:pt x="524" y="199"/>
                  </a:lnTo>
                  <a:lnTo>
                    <a:pt x="527" y="212"/>
                  </a:lnTo>
                  <a:lnTo>
                    <a:pt x="529" y="225"/>
                  </a:lnTo>
                  <a:lnTo>
                    <a:pt x="531" y="239"/>
                  </a:lnTo>
                  <a:lnTo>
                    <a:pt x="532" y="252"/>
                  </a:lnTo>
                  <a:lnTo>
                    <a:pt x="532" y="266"/>
                  </a:lnTo>
                  <a:close/>
                </a:path>
              </a:pathLst>
            </a:custGeom>
            <a:solidFill>
              <a:srgbClr val="CECECE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ko-KR" altLang="en-US"/>
            </a:p>
          </p:txBody>
        </p:sp>
        <p:sp>
          <p:nvSpPr>
            <p:cNvPr id="62" name="Freeform 192">
              <a:extLst>
                <a:ext uri="{FF2B5EF4-FFF2-40B4-BE49-F238E27FC236}">
                  <a16:creationId xmlns:a16="http://schemas.microsoft.com/office/drawing/2014/main" id="{5C54C4A5-E390-4D2B-AC0E-43B37DBE5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202238"/>
              <a:ext cx="590550" cy="565150"/>
            </a:xfrm>
            <a:custGeom>
              <a:avLst/>
              <a:gdLst>
                <a:gd name="T0" fmla="*/ 2147483646 w 531"/>
                <a:gd name="T1" fmla="*/ 2147483646 h 532"/>
                <a:gd name="T2" fmla="*/ 2147483646 w 531"/>
                <a:gd name="T3" fmla="*/ 2147483646 h 532"/>
                <a:gd name="T4" fmla="*/ 2147483646 w 531"/>
                <a:gd name="T5" fmla="*/ 2147483646 h 532"/>
                <a:gd name="T6" fmla="*/ 2147483646 w 531"/>
                <a:gd name="T7" fmla="*/ 2147483646 h 532"/>
                <a:gd name="T8" fmla="*/ 2147483646 w 531"/>
                <a:gd name="T9" fmla="*/ 2147483646 h 532"/>
                <a:gd name="T10" fmla="*/ 2147483646 w 531"/>
                <a:gd name="T11" fmla="*/ 2147483646 h 532"/>
                <a:gd name="T12" fmla="*/ 2147483646 w 531"/>
                <a:gd name="T13" fmla="*/ 2147483646 h 532"/>
                <a:gd name="T14" fmla="*/ 2147483646 w 531"/>
                <a:gd name="T15" fmla="*/ 2147483646 h 532"/>
                <a:gd name="T16" fmla="*/ 2147483646 w 531"/>
                <a:gd name="T17" fmla="*/ 2147483646 h 532"/>
                <a:gd name="T18" fmla="*/ 2147483646 w 531"/>
                <a:gd name="T19" fmla="*/ 2147483646 h 532"/>
                <a:gd name="T20" fmla="*/ 2147483646 w 531"/>
                <a:gd name="T21" fmla="*/ 2147483646 h 532"/>
                <a:gd name="T22" fmla="*/ 2147483646 w 531"/>
                <a:gd name="T23" fmla="*/ 2147483646 h 532"/>
                <a:gd name="T24" fmla="*/ 2147483646 w 531"/>
                <a:gd name="T25" fmla="*/ 2147483646 h 532"/>
                <a:gd name="T26" fmla="*/ 2147483646 w 531"/>
                <a:gd name="T27" fmla="*/ 2147483646 h 532"/>
                <a:gd name="T28" fmla="*/ 2147483646 w 531"/>
                <a:gd name="T29" fmla="*/ 2147483646 h 532"/>
                <a:gd name="T30" fmla="*/ 2147483646 w 531"/>
                <a:gd name="T31" fmla="*/ 2147483646 h 532"/>
                <a:gd name="T32" fmla="*/ 2147483646 w 531"/>
                <a:gd name="T33" fmla="*/ 2147483646 h 532"/>
                <a:gd name="T34" fmla="*/ 2147483646 w 531"/>
                <a:gd name="T35" fmla="*/ 2147483646 h 532"/>
                <a:gd name="T36" fmla="*/ 2147483646 w 531"/>
                <a:gd name="T37" fmla="*/ 2147483646 h 532"/>
                <a:gd name="T38" fmla="*/ 2147483646 w 531"/>
                <a:gd name="T39" fmla="*/ 2147483646 h 532"/>
                <a:gd name="T40" fmla="*/ 2147483646 w 531"/>
                <a:gd name="T41" fmla="*/ 2147483646 h 532"/>
                <a:gd name="T42" fmla="*/ 0 w 531"/>
                <a:gd name="T43" fmla="*/ 2147483646 h 532"/>
                <a:gd name="T44" fmla="*/ 2147483646 w 531"/>
                <a:gd name="T45" fmla="*/ 2147483646 h 532"/>
                <a:gd name="T46" fmla="*/ 2147483646 w 531"/>
                <a:gd name="T47" fmla="*/ 2147483646 h 532"/>
                <a:gd name="T48" fmla="*/ 2147483646 w 531"/>
                <a:gd name="T49" fmla="*/ 2147483646 h 532"/>
                <a:gd name="T50" fmla="*/ 2147483646 w 531"/>
                <a:gd name="T51" fmla="*/ 2147483646 h 532"/>
                <a:gd name="T52" fmla="*/ 2147483646 w 531"/>
                <a:gd name="T53" fmla="*/ 2147483646 h 532"/>
                <a:gd name="T54" fmla="*/ 2147483646 w 531"/>
                <a:gd name="T55" fmla="*/ 2147483646 h 532"/>
                <a:gd name="T56" fmla="*/ 2147483646 w 531"/>
                <a:gd name="T57" fmla="*/ 2147483646 h 532"/>
                <a:gd name="T58" fmla="*/ 2147483646 w 531"/>
                <a:gd name="T59" fmla="*/ 2147483646 h 532"/>
                <a:gd name="T60" fmla="*/ 2147483646 w 531"/>
                <a:gd name="T61" fmla="*/ 2147483646 h 532"/>
                <a:gd name="T62" fmla="*/ 2147483646 w 531"/>
                <a:gd name="T63" fmla="*/ 0 h 532"/>
                <a:gd name="T64" fmla="*/ 2147483646 w 531"/>
                <a:gd name="T65" fmla="*/ 2147483646 h 532"/>
                <a:gd name="T66" fmla="*/ 2147483646 w 531"/>
                <a:gd name="T67" fmla="*/ 2147483646 h 532"/>
                <a:gd name="T68" fmla="*/ 2147483646 w 531"/>
                <a:gd name="T69" fmla="*/ 2147483646 h 532"/>
                <a:gd name="T70" fmla="*/ 2147483646 w 531"/>
                <a:gd name="T71" fmla="*/ 2147483646 h 532"/>
                <a:gd name="T72" fmla="*/ 2147483646 w 531"/>
                <a:gd name="T73" fmla="*/ 2147483646 h 532"/>
                <a:gd name="T74" fmla="*/ 2147483646 w 531"/>
                <a:gd name="T75" fmla="*/ 2147483646 h 532"/>
                <a:gd name="T76" fmla="*/ 2147483646 w 531"/>
                <a:gd name="T77" fmla="*/ 2147483646 h 532"/>
                <a:gd name="T78" fmla="*/ 2147483646 w 531"/>
                <a:gd name="T79" fmla="*/ 2147483646 h 532"/>
                <a:gd name="T80" fmla="*/ 2147483646 w 531"/>
                <a:gd name="T81" fmla="*/ 2147483646 h 532"/>
                <a:gd name="T82" fmla="*/ 2147483646 w 531"/>
                <a:gd name="T83" fmla="*/ 2147483646 h 532"/>
                <a:gd name="T84" fmla="*/ 2147483646 w 531"/>
                <a:gd name="T85" fmla="*/ 2147483646 h 5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31"/>
                <a:gd name="T130" fmla="*/ 0 h 532"/>
                <a:gd name="T131" fmla="*/ 531 w 531"/>
                <a:gd name="T132" fmla="*/ 532 h 5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31" h="532">
                  <a:moveTo>
                    <a:pt x="531" y="266"/>
                  </a:moveTo>
                  <a:lnTo>
                    <a:pt x="531" y="279"/>
                  </a:lnTo>
                  <a:lnTo>
                    <a:pt x="530" y="293"/>
                  </a:lnTo>
                  <a:lnTo>
                    <a:pt x="528" y="306"/>
                  </a:lnTo>
                  <a:lnTo>
                    <a:pt x="526" y="319"/>
                  </a:lnTo>
                  <a:lnTo>
                    <a:pt x="523" y="332"/>
                  </a:lnTo>
                  <a:lnTo>
                    <a:pt x="519" y="345"/>
                  </a:lnTo>
                  <a:lnTo>
                    <a:pt x="515" y="357"/>
                  </a:lnTo>
                  <a:lnTo>
                    <a:pt x="510" y="369"/>
                  </a:lnTo>
                  <a:lnTo>
                    <a:pt x="505" y="381"/>
                  </a:lnTo>
                  <a:lnTo>
                    <a:pt x="499" y="392"/>
                  </a:lnTo>
                  <a:lnTo>
                    <a:pt x="493" y="404"/>
                  </a:lnTo>
                  <a:lnTo>
                    <a:pt x="486" y="414"/>
                  </a:lnTo>
                  <a:lnTo>
                    <a:pt x="479" y="425"/>
                  </a:lnTo>
                  <a:lnTo>
                    <a:pt x="471" y="435"/>
                  </a:lnTo>
                  <a:lnTo>
                    <a:pt x="462" y="444"/>
                  </a:lnTo>
                  <a:lnTo>
                    <a:pt x="453" y="454"/>
                  </a:lnTo>
                  <a:lnTo>
                    <a:pt x="444" y="462"/>
                  </a:lnTo>
                  <a:lnTo>
                    <a:pt x="435" y="471"/>
                  </a:lnTo>
                  <a:lnTo>
                    <a:pt x="425" y="479"/>
                  </a:lnTo>
                  <a:lnTo>
                    <a:pt x="414" y="486"/>
                  </a:lnTo>
                  <a:lnTo>
                    <a:pt x="403" y="493"/>
                  </a:lnTo>
                  <a:lnTo>
                    <a:pt x="392" y="499"/>
                  </a:lnTo>
                  <a:lnTo>
                    <a:pt x="381" y="505"/>
                  </a:lnTo>
                  <a:lnTo>
                    <a:pt x="369" y="511"/>
                  </a:lnTo>
                  <a:lnTo>
                    <a:pt x="357" y="515"/>
                  </a:lnTo>
                  <a:lnTo>
                    <a:pt x="345" y="520"/>
                  </a:lnTo>
                  <a:lnTo>
                    <a:pt x="332" y="523"/>
                  </a:lnTo>
                  <a:lnTo>
                    <a:pt x="319" y="526"/>
                  </a:lnTo>
                  <a:lnTo>
                    <a:pt x="306" y="528"/>
                  </a:lnTo>
                  <a:lnTo>
                    <a:pt x="293" y="530"/>
                  </a:lnTo>
                  <a:lnTo>
                    <a:pt x="279" y="531"/>
                  </a:lnTo>
                  <a:lnTo>
                    <a:pt x="265" y="532"/>
                  </a:lnTo>
                  <a:lnTo>
                    <a:pt x="252" y="531"/>
                  </a:lnTo>
                  <a:lnTo>
                    <a:pt x="238" y="530"/>
                  </a:lnTo>
                  <a:lnTo>
                    <a:pt x="225" y="528"/>
                  </a:lnTo>
                  <a:lnTo>
                    <a:pt x="212" y="526"/>
                  </a:lnTo>
                  <a:lnTo>
                    <a:pt x="199" y="523"/>
                  </a:lnTo>
                  <a:lnTo>
                    <a:pt x="186" y="520"/>
                  </a:lnTo>
                  <a:lnTo>
                    <a:pt x="174" y="515"/>
                  </a:lnTo>
                  <a:lnTo>
                    <a:pt x="162" y="511"/>
                  </a:lnTo>
                  <a:lnTo>
                    <a:pt x="150" y="505"/>
                  </a:lnTo>
                  <a:lnTo>
                    <a:pt x="139" y="499"/>
                  </a:lnTo>
                  <a:lnTo>
                    <a:pt x="128" y="493"/>
                  </a:lnTo>
                  <a:lnTo>
                    <a:pt x="117" y="486"/>
                  </a:lnTo>
                  <a:lnTo>
                    <a:pt x="106" y="479"/>
                  </a:lnTo>
                  <a:lnTo>
                    <a:pt x="96" y="471"/>
                  </a:lnTo>
                  <a:lnTo>
                    <a:pt x="87" y="462"/>
                  </a:lnTo>
                  <a:lnTo>
                    <a:pt x="77" y="454"/>
                  </a:lnTo>
                  <a:lnTo>
                    <a:pt x="69" y="444"/>
                  </a:lnTo>
                  <a:lnTo>
                    <a:pt x="60" y="435"/>
                  </a:lnTo>
                  <a:lnTo>
                    <a:pt x="52" y="425"/>
                  </a:lnTo>
                  <a:lnTo>
                    <a:pt x="45" y="414"/>
                  </a:lnTo>
                  <a:lnTo>
                    <a:pt x="38" y="404"/>
                  </a:lnTo>
                  <a:lnTo>
                    <a:pt x="32" y="392"/>
                  </a:lnTo>
                  <a:lnTo>
                    <a:pt x="26" y="381"/>
                  </a:lnTo>
                  <a:lnTo>
                    <a:pt x="21" y="369"/>
                  </a:lnTo>
                  <a:lnTo>
                    <a:pt x="16" y="357"/>
                  </a:lnTo>
                  <a:lnTo>
                    <a:pt x="12" y="345"/>
                  </a:lnTo>
                  <a:lnTo>
                    <a:pt x="8" y="332"/>
                  </a:lnTo>
                  <a:lnTo>
                    <a:pt x="5" y="319"/>
                  </a:lnTo>
                  <a:lnTo>
                    <a:pt x="3" y="306"/>
                  </a:lnTo>
                  <a:lnTo>
                    <a:pt x="1" y="293"/>
                  </a:lnTo>
                  <a:lnTo>
                    <a:pt x="0" y="279"/>
                  </a:lnTo>
                  <a:lnTo>
                    <a:pt x="0" y="266"/>
                  </a:lnTo>
                  <a:lnTo>
                    <a:pt x="0" y="252"/>
                  </a:lnTo>
                  <a:lnTo>
                    <a:pt x="1" y="239"/>
                  </a:lnTo>
                  <a:lnTo>
                    <a:pt x="3" y="225"/>
                  </a:lnTo>
                  <a:lnTo>
                    <a:pt x="5" y="212"/>
                  </a:lnTo>
                  <a:lnTo>
                    <a:pt x="8" y="199"/>
                  </a:lnTo>
                  <a:lnTo>
                    <a:pt x="12" y="187"/>
                  </a:lnTo>
                  <a:lnTo>
                    <a:pt x="16" y="174"/>
                  </a:lnTo>
                  <a:lnTo>
                    <a:pt x="21" y="162"/>
                  </a:lnTo>
                  <a:lnTo>
                    <a:pt x="26" y="150"/>
                  </a:lnTo>
                  <a:lnTo>
                    <a:pt x="32" y="139"/>
                  </a:lnTo>
                  <a:lnTo>
                    <a:pt x="38" y="128"/>
                  </a:lnTo>
                  <a:lnTo>
                    <a:pt x="45" y="117"/>
                  </a:lnTo>
                  <a:lnTo>
                    <a:pt x="52" y="107"/>
                  </a:lnTo>
                  <a:lnTo>
                    <a:pt x="60" y="97"/>
                  </a:lnTo>
                  <a:lnTo>
                    <a:pt x="69" y="87"/>
                  </a:lnTo>
                  <a:lnTo>
                    <a:pt x="77" y="78"/>
                  </a:lnTo>
                  <a:lnTo>
                    <a:pt x="87" y="69"/>
                  </a:lnTo>
                  <a:lnTo>
                    <a:pt x="96" y="61"/>
                  </a:lnTo>
                  <a:lnTo>
                    <a:pt x="106" y="53"/>
                  </a:lnTo>
                  <a:lnTo>
                    <a:pt x="117" y="45"/>
                  </a:lnTo>
                  <a:lnTo>
                    <a:pt x="128" y="38"/>
                  </a:lnTo>
                  <a:lnTo>
                    <a:pt x="139" y="32"/>
                  </a:lnTo>
                  <a:lnTo>
                    <a:pt x="150" y="26"/>
                  </a:lnTo>
                  <a:lnTo>
                    <a:pt x="162" y="21"/>
                  </a:lnTo>
                  <a:lnTo>
                    <a:pt x="174" y="16"/>
                  </a:lnTo>
                  <a:lnTo>
                    <a:pt x="186" y="12"/>
                  </a:lnTo>
                  <a:lnTo>
                    <a:pt x="199" y="8"/>
                  </a:lnTo>
                  <a:lnTo>
                    <a:pt x="212" y="5"/>
                  </a:lnTo>
                  <a:lnTo>
                    <a:pt x="225" y="3"/>
                  </a:lnTo>
                  <a:lnTo>
                    <a:pt x="238" y="1"/>
                  </a:lnTo>
                  <a:lnTo>
                    <a:pt x="252" y="0"/>
                  </a:lnTo>
                  <a:lnTo>
                    <a:pt x="265" y="0"/>
                  </a:lnTo>
                  <a:lnTo>
                    <a:pt x="279" y="0"/>
                  </a:lnTo>
                  <a:lnTo>
                    <a:pt x="293" y="1"/>
                  </a:lnTo>
                  <a:lnTo>
                    <a:pt x="306" y="3"/>
                  </a:lnTo>
                  <a:lnTo>
                    <a:pt x="319" y="5"/>
                  </a:lnTo>
                  <a:lnTo>
                    <a:pt x="332" y="8"/>
                  </a:lnTo>
                  <a:lnTo>
                    <a:pt x="345" y="12"/>
                  </a:lnTo>
                  <a:lnTo>
                    <a:pt x="357" y="16"/>
                  </a:lnTo>
                  <a:lnTo>
                    <a:pt x="369" y="21"/>
                  </a:lnTo>
                  <a:lnTo>
                    <a:pt x="381" y="26"/>
                  </a:lnTo>
                  <a:lnTo>
                    <a:pt x="392" y="32"/>
                  </a:lnTo>
                  <a:lnTo>
                    <a:pt x="403" y="38"/>
                  </a:lnTo>
                  <a:lnTo>
                    <a:pt x="414" y="45"/>
                  </a:lnTo>
                  <a:lnTo>
                    <a:pt x="425" y="53"/>
                  </a:lnTo>
                  <a:lnTo>
                    <a:pt x="435" y="61"/>
                  </a:lnTo>
                  <a:lnTo>
                    <a:pt x="444" y="69"/>
                  </a:lnTo>
                  <a:lnTo>
                    <a:pt x="453" y="78"/>
                  </a:lnTo>
                  <a:lnTo>
                    <a:pt x="462" y="87"/>
                  </a:lnTo>
                  <a:lnTo>
                    <a:pt x="471" y="97"/>
                  </a:lnTo>
                  <a:lnTo>
                    <a:pt x="479" y="107"/>
                  </a:lnTo>
                  <a:lnTo>
                    <a:pt x="486" y="117"/>
                  </a:lnTo>
                  <a:lnTo>
                    <a:pt x="493" y="128"/>
                  </a:lnTo>
                  <a:lnTo>
                    <a:pt x="499" y="139"/>
                  </a:lnTo>
                  <a:lnTo>
                    <a:pt x="505" y="150"/>
                  </a:lnTo>
                  <a:lnTo>
                    <a:pt x="510" y="162"/>
                  </a:lnTo>
                  <a:lnTo>
                    <a:pt x="515" y="174"/>
                  </a:lnTo>
                  <a:lnTo>
                    <a:pt x="519" y="187"/>
                  </a:lnTo>
                  <a:lnTo>
                    <a:pt x="523" y="199"/>
                  </a:lnTo>
                  <a:lnTo>
                    <a:pt x="526" y="212"/>
                  </a:lnTo>
                  <a:lnTo>
                    <a:pt x="528" y="225"/>
                  </a:lnTo>
                  <a:lnTo>
                    <a:pt x="530" y="239"/>
                  </a:lnTo>
                  <a:lnTo>
                    <a:pt x="531" y="252"/>
                  </a:lnTo>
                  <a:lnTo>
                    <a:pt x="531" y="266"/>
                  </a:lnTo>
                  <a:close/>
                </a:path>
              </a:pathLst>
            </a:custGeom>
            <a:solidFill>
              <a:srgbClr val="CECECE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ko-KR" altLang="en-US"/>
            </a:p>
          </p:txBody>
        </p:sp>
        <p:sp>
          <p:nvSpPr>
            <p:cNvPr id="63" name="Freeform 193">
              <a:extLst>
                <a:ext uri="{FF2B5EF4-FFF2-40B4-BE49-F238E27FC236}">
                  <a16:creationId xmlns:a16="http://schemas.microsoft.com/office/drawing/2014/main" id="{B1B2FAFF-B855-4C7B-B6A5-97BFDC38F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125" y="3763963"/>
              <a:ext cx="593725" cy="565150"/>
            </a:xfrm>
            <a:custGeom>
              <a:avLst/>
              <a:gdLst>
                <a:gd name="T0" fmla="*/ 2147483646 w 532"/>
                <a:gd name="T1" fmla="*/ 2147483646 h 532"/>
                <a:gd name="T2" fmla="*/ 2147483646 w 532"/>
                <a:gd name="T3" fmla="*/ 2147483646 h 532"/>
                <a:gd name="T4" fmla="*/ 2147483646 w 532"/>
                <a:gd name="T5" fmla="*/ 2147483646 h 532"/>
                <a:gd name="T6" fmla="*/ 2147483646 w 532"/>
                <a:gd name="T7" fmla="*/ 2147483646 h 532"/>
                <a:gd name="T8" fmla="*/ 2147483646 w 532"/>
                <a:gd name="T9" fmla="*/ 2147483646 h 532"/>
                <a:gd name="T10" fmla="*/ 2147483646 w 532"/>
                <a:gd name="T11" fmla="*/ 2147483646 h 532"/>
                <a:gd name="T12" fmla="*/ 2147483646 w 532"/>
                <a:gd name="T13" fmla="*/ 2147483646 h 532"/>
                <a:gd name="T14" fmla="*/ 2147483646 w 532"/>
                <a:gd name="T15" fmla="*/ 2147483646 h 532"/>
                <a:gd name="T16" fmla="*/ 2147483646 w 532"/>
                <a:gd name="T17" fmla="*/ 2147483646 h 532"/>
                <a:gd name="T18" fmla="*/ 2147483646 w 532"/>
                <a:gd name="T19" fmla="*/ 2147483646 h 532"/>
                <a:gd name="T20" fmla="*/ 2147483646 w 532"/>
                <a:gd name="T21" fmla="*/ 2147483646 h 532"/>
                <a:gd name="T22" fmla="*/ 2147483646 w 532"/>
                <a:gd name="T23" fmla="*/ 2147483646 h 532"/>
                <a:gd name="T24" fmla="*/ 2147483646 w 532"/>
                <a:gd name="T25" fmla="*/ 2147483646 h 532"/>
                <a:gd name="T26" fmla="*/ 2147483646 w 532"/>
                <a:gd name="T27" fmla="*/ 2147483646 h 532"/>
                <a:gd name="T28" fmla="*/ 2147483646 w 532"/>
                <a:gd name="T29" fmla="*/ 2147483646 h 532"/>
                <a:gd name="T30" fmla="*/ 2147483646 w 532"/>
                <a:gd name="T31" fmla="*/ 2147483646 h 532"/>
                <a:gd name="T32" fmla="*/ 2147483646 w 532"/>
                <a:gd name="T33" fmla="*/ 2147483646 h 532"/>
                <a:gd name="T34" fmla="*/ 2147483646 w 532"/>
                <a:gd name="T35" fmla="*/ 2147483646 h 532"/>
                <a:gd name="T36" fmla="*/ 2147483646 w 532"/>
                <a:gd name="T37" fmla="*/ 2147483646 h 532"/>
                <a:gd name="T38" fmla="*/ 2147483646 w 532"/>
                <a:gd name="T39" fmla="*/ 2147483646 h 532"/>
                <a:gd name="T40" fmla="*/ 2147483646 w 532"/>
                <a:gd name="T41" fmla="*/ 2147483646 h 532"/>
                <a:gd name="T42" fmla="*/ 0 w 532"/>
                <a:gd name="T43" fmla="*/ 2147483646 h 532"/>
                <a:gd name="T44" fmla="*/ 2147483646 w 532"/>
                <a:gd name="T45" fmla="*/ 2147483646 h 532"/>
                <a:gd name="T46" fmla="*/ 2147483646 w 532"/>
                <a:gd name="T47" fmla="*/ 2147483646 h 532"/>
                <a:gd name="T48" fmla="*/ 2147483646 w 532"/>
                <a:gd name="T49" fmla="*/ 2147483646 h 532"/>
                <a:gd name="T50" fmla="*/ 2147483646 w 532"/>
                <a:gd name="T51" fmla="*/ 2147483646 h 532"/>
                <a:gd name="T52" fmla="*/ 2147483646 w 532"/>
                <a:gd name="T53" fmla="*/ 2147483646 h 532"/>
                <a:gd name="T54" fmla="*/ 2147483646 w 532"/>
                <a:gd name="T55" fmla="*/ 2147483646 h 532"/>
                <a:gd name="T56" fmla="*/ 2147483646 w 532"/>
                <a:gd name="T57" fmla="*/ 2147483646 h 532"/>
                <a:gd name="T58" fmla="*/ 2147483646 w 532"/>
                <a:gd name="T59" fmla="*/ 2147483646 h 532"/>
                <a:gd name="T60" fmla="*/ 2147483646 w 532"/>
                <a:gd name="T61" fmla="*/ 2147483646 h 532"/>
                <a:gd name="T62" fmla="*/ 2147483646 w 532"/>
                <a:gd name="T63" fmla="*/ 2147483646 h 532"/>
                <a:gd name="T64" fmla="*/ 2147483646 w 532"/>
                <a:gd name="T65" fmla="*/ 2147483646 h 532"/>
                <a:gd name="T66" fmla="*/ 2147483646 w 532"/>
                <a:gd name="T67" fmla="*/ 2147483646 h 532"/>
                <a:gd name="T68" fmla="*/ 2147483646 w 532"/>
                <a:gd name="T69" fmla="*/ 2147483646 h 532"/>
                <a:gd name="T70" fmla="*/ 2147483646 w 532"/>
                <a:gd name="T71" fmla="*/ 2147483646 h 532"/>
                <a:gd name="T72" fmla="*/ 2147483646 w 532"/>
                <a:gd name="T73" fmla="*/ 2147483646 h 532"/>
                <a:gd name="T74" fmla="*/ 2147483646 w 532"/>
                <a:gd name="T75" fmla="*/ 2147483646 h 532"/>
                <a:gd name="T76" fmla="*/ 2147483646 w 532"/>
                <a:gd name="T77" fmla="*/ 2147483646 h 532"/>
                <a:gd name="T78" fmla="*/ 2147483646 w 532"/>
                <a:gd name="T79" fmla="*/ 2147483646 h 532"/>
                <a:gd name="T80" fmla="*/ 2147483646 w 532"/>
                <a:gd name="T81" fmla="*/ 2147483646 h 532"/>
                <a:gd name="T82" fmla="*/ 2147483646 w 532"/>
                <a:gd name="T83" fmla="*/ 2147483646 h 532"/>
                <a:gd name="T84" fmla="*/ 2147483646 w 532"/>
                <a:gd name="T85" fmla="*/ 2147483646 h 5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32"/>
                <a:gd name="T130" fmla="*/ 0 h 532"/>
                <a:gd name="T131" fmla="*/ 532 w 532"/>
                <a:gd name="T132" fmla="*/ 532 h 5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32" h="532">
                  <a:moveTo>
                    <a:pt x="532" y="266"/>
                  </a:moveTo>
                  <a:lnTo>
                    <a:pt x="531" y="280"/>
                  </a:lnTo>
                  <a:lnTo>
                    <a:pt x="530" y="293"/>
                  </a:lnTo>
                  <a:lnTo>
                    <a:pt x="528" y="307"/>
                  </a:lnTo>
                  <a:lnTo>
                    <a:pt x="526" y="320"/>
                  </a:lnTo>
                  <a:lnTo>
                    <a:pt x="523" y="333"/>
                  </a:lnTo>
                  <a:lnTo>
                    <a:pt x="520" y="345"/>
                  </a:lnTo>
                  <a:lnTo>
                    <a:pt x="515" y="357"/>
                  </a:lnTo>
                  <a:lnTo>
                    <a:pt x="511" y="370"/>
                  </a:lnTo>
                  <a:lnTo>
                    <a:pt x="505" y="381"/>
                  </a:lnTo>
                  <a:lnTo>
                    <a:pt x="499" y="393"/>
                  </a:lnTo>
                  <a:lnTo>
                    <a:pt x="493" y="404"/>
                  </a:lnTo>
                  <a:lnTo>
                    <a:pt x="486" y="415"/>
                  </a:lnTo>
                  <a:lnTo>
                    <a:pt x="479" y="425"/>
                  </a:lnTo>
                  <a:lnTo>
                    <a:pt x="471" y="435"/>
                  </a:lnTo>
                  <a:lnTo>
                    <a:pt x="462" y="445"/>
                  </a:lnTo>
                  <a:lnTo>
                    <a:pt x="454" y="454"/>
                  </a:lnTo>
                  <a:lnTo>
                    <a:pt x="444" y="463"/>
                  </a:lnTo>
                  <a:lnTo>
                    <a:pt x="435" y="471"/>
                  </a:lnTo>
                  <a:lnTo>
                    <a:pt x="425" y="479"/>
                  </a:lnTo>
                  <a:lnTo>
                    <a:pt x="414" y="487"/>
                  </a:lnTo>
                  <a:lnTo>
                    <a:pt x="403" y="493"/>
                  </a:lnTo>
                  <a:lnTo>
                    <a:pt x="392" y="500"/>
                  </a:lnTo>
                  <a:lnTo>
                    <a:pt x="381" y="506"/>
                  </a:lnTo>
                  <a:lnTo>
                    <a:pt x="369" y="511"/>
                  </a:lnTo>
                  <a:lnTo>
                    <a:pt x="357" y="516"/>
                  </a:lnTo>
                  <a:lnTo>
                    <a:pt x="345" y="520"/>
                  </a:lnTo>
                  <a:lnTo>
                    <a:pt x="332" y="524"/>
                  </a:lnTo>
                  <a:lnTo>
                    <a:pt x="319" y="527"/>
                  </a:lnTo>
                  <a:lnTo>
                    <a:pt x="306" y="529"/>
                  </a:lnTo>
                  <a:lnTo>
                    <a:pt x="293" y="531"/>
                  </a:lnTo>
                  <a:lnTo>
                    <a:pt x="279" y="532"/>
                  </a:lnTo>
                  <a:lnTo>
                    <a:pt x="266" y="532"/>
                  </a:lnTo>
                  <a:lnTo>
                    <a:pt x="252" y="532"/>
                  </a:lnTo>
                  <a:lnTo>
                    <a:pt x="238" y="531"/>
                  </a:lnTo>
                  <a:lnTo>
                    <a:pt x="225" y="529"/>
                  </a:lnTo>
                  <a:lnTo>
                    <a:pt x="212" y="527"/>
                  </a:lnTo>
                  <a:lnTo>
                    <a:pt x="199" y="524"/>
                  </a:lnTo>
                  <a:lnTo>
                    <a:pt x="187" y="520"/>
                  </a:lnTo>
                  <a:lnTo>
                    <a:pt x="174" y="516"/>
                  </a:lnTo>
                  <a:lnTo>
                    <a:pt x="162" y="511"/>
                  </a:lnTo>
                  <a:lnTo>
                    <a:pt x="150" y="506"/>
                  </a:lnTo>
                  <a:lnTo>
                    <a:pt x="139" y="500"/>
                  </a:lnTo>
                  <a:lnTo>
                    <a:pt x="128" y="493"/>
                  </a:lnTo>
                  <a:lnTo>
                    <a:pt x="117" y="487"/>
                  </a:lnTo>
                  <a:lnTo>
                    <a:pt x="107" y="479"/>
                  </a:lnTo>
                  <a:lnTo>
                    <a:pt x="97" y="471"/>
                  </a:lnTo>
                  <a:lnTo>
                    <a:pt x="87" y="463"/>
                  </a:lnTo>
                  <a:lnTo>
                    <a:pt x="78" y="454"/>
                  </a:lnTo>
                  <a:lnTo>
                    <a:pt x="69" y="445"/>
                  </a:lnTo>
                  <a:lnTo>
                    <a:pt x="60" y="435"/>
                  </a:lnTo>
                  <a:lnTo>
                    <a:pt x="53" y="425"/>
                  </a:lnTo>
                  <a:lnTo>
                    <a:pt x="45" y="415"/>
                  </a:lnTo>
                  <a:lnTo>
                    <a:pt x="38" y="404"/>
                  </a:lnTo>
                  <a:lnTo>
                    <a:pt x="32" y="393"/>
                  </a:lnTo>
                  <a:lnTo>
                    <a:pt x="26" y="381"/>
                  </a:lnTo>
                  <a:lnTo>
                    <a:pt x="21" y="370"/>
                  </a:lnTo>
                  <a:lnTo>
                    <a:pt x="16" y="357"/>
                  </a:lnTo>
                  <a:lnTo>
                    <a:pt x="12" y="345"/>
                  </a:lnTo>
                  <a:lnTo>
                    <a:pt x="8" y="333"/>
                  </a:lnTo>
                  <a:lnTo>
                    <a:pt x="5" y="320"/>
                  </a:lnTo>
                  <a:lnTo>
                    <a:pt x="3" y="307"/>
                  </a:lnTo>
                  <a:lnTo>
                    <a:pt x="1" y="293"/>
                  </a:lnTo>
                  <a:lnTo>
                    <a:pt x="0" y="280"/>
                  </a:lnTo>
                  <a:lnTo>
                    <a:pt x="0" y="266"/>
                  </a:lnTo>
                  <a:lnTo>
                    <a:pt x="0" y="252"/>
                  </a:lnTo>
                  <a:lnTo>
                    <a:pt x="1" y="239"/>
                  </a:lnTo>
                  <a:lnTo>
                    <a:pt x="3" y="226"/>
                  </a:lnTo>
                  <a:lnTo>
                    <a:pt x="5" y="212"/>
                  </a:lnTo>
                  <a:lnTo>
                    <a:pt x="8" y="200"/>
                  </a:lnTo>
                  <a:lnTo>
                    <a:pt x="12" y="187"/>
                  </a:lnTo>
                  <a:lnTo>
                    <a:pt x="16" y="175"/>
                  </a:lnTo>
                  <a:lnTo>
                    <a:pt x="21" y="163"/>
                  </a:lnTo>
                  <a:lnTo>
                    <a:pt x="26" y="151"/>
                  </a:lnTo>
                  <a:lnTo>
                    <a:pt x="32" y="139"/>
                  </a:lnTo>
                  <a:lnTo>
                    <a:pt x="38" y="128"/>
                  </a:lnTo>
                  <a:lnTo>
                    <a:pt x="45" y="117"/>
                  </a:lnTo>
                  <a:lnTo>
                    <a:pt x="53" y="107"/>
                  </a:lnTo>
                  <a:lnTo>
                    <a:pt x="60" y="97"/>
                  </a:lnTo>
                  <a:lnTo>
                    <a:pt x="69" y="87"/>
                  </a:lnTo>
                  <a:lnTo>
                    <a:pt x="78" y="78"/>
                  </a:lnTo>
                  <a:lnTo>
                    <a:pt x="87" y="69"/>
                  </a:lnTo>
                  <a:lnTo>
                    <a:pt x="97" y="61"/>
                  </a:lnTo>
                  <a:lnTo>
                    <a:pt x="107" y="53"/>
                  </a:lnTo>
                  <a:lnTo>
                    <a:pt x="117" y="46"/>
                  </a:lnTo>
                  <a:lnTo>
                    <a:pt x="128" y="39"/>
                  </a:lnTo>
                  <a:lnTo>
                    <a:pt x="139" y="32"/>
                  </a:lnTo>
                  <a:lnTo>
                    <a:pt x="150" y="26"/>
                  </a:lnTo>
                  <a:lnTo>
                    <a:pt x="162" y="21"/>
                  </a:lnTo>
                  <a:lnTo>
                    <a:pt x="174" y="16"/>
                  </a:lnTo>
                  <a:lnTo>
                    <a:pt x="187" y="12"/>
                  </a:lnTo>
                  <a:lnTo>
                    <a:pt x="199" y="9"/>
                  </a:lnTo>
                  <a:lnTo>
                    <a:pt x="212" y="6"/>
                  </a:lnTo>
                  <a:lnTo>
                    <a:pt x="225" y="3"/>
                  </a:lnTo>
                  <a:lnTo>
                    <a:pt x="238" y="2"/>
                  </a:lnTo>
                  <a:lnTo>
                    <a:pt x="252" y="1"/>
                  </a:lnTo>
                  <a:lnTo>
                    <a:pt x="266" y="0"/>
                  </a:lnTo>
                  <a:lnTo>
                    <a:pt x="279" y="1"/>
                  </a:lnTo>
                  <a:lnTo>
                    <a:pt x="293" y="2"/>
                  </a:lnTo>
                  <a:lnTo>
                    <a:pt x="306" y="3"/>
                  </a:lnTo>
                  <a:lnTo>
                    <a:pt x="319" y="6"/>
                  </a:lnTo>
                  <a:lnTo>
                    <a:pt x="332" y="9"/>
                  </a:lnTo>
                  <a:lnTo>
                    <a:pt x="345" y="12"/>
                  </a:lnTo>
                  <a:lnTo>
                    <a:pt x="357" y="16"/>
                  </a:lnTo>
                  <a:lnTo>
                    <a:pt x="369" y="21"/>
                  </a:lnTo>
                  <a:lnTo>
                    <a:pt x="381" y="26"/>
                  </a:lnTo>
                  <a:lnTo>
                    <a:pt x="392" y="32"/>
                  </a:lnTo>
                  <a:lnTo>
                    <a:pt x="403" y="39"/>
                  </a:lnTo>
                  <a:lnTo>
                    <a:pt x="414" y="46"/>
                  </a:lnTo>
                  <a:lnTo>
                    <a:pt x="425" y="53"/>
                  </a:lnTo>
                  <a:lnTo>
                    <a:pt x="435" y="61"/>
                  </a:lnTo>
                  <a:lnTo>
                    <a:pt x="444" y="69"/>
                  </a:lnTo>
                  <a:lnTo>
                    <a:pt x="454" y="78"/>
                  </a:lnTo>
                  <a:lnTo>
                    <a:pt x="462" y="87"/>
                  </a:lnTo>
                  <a:lnTo>
                    <a:pt x="471" y="97"/>
                  </a:lnTo>
                  <a:lnTo>
                    <a:pt x="479" y="107"/>
                  </a:lnTo>
                  <a:lnTo>
                    <a:pt x="486" y="117"/>
                  </a:lnTo>
                  <a:lnTo>
                    <a:pt x="493" y="128"/>
                  </a:lnTo>
                  <a:lnTo>
                    <a:pt x="499" y="139"/>
                  </a:lnTo>
                  <a:lnTo>
                    <a:pt x="505" y="151"/>
                  </a:lnTo>
                  <a:lnTo>
                    <a:pt x="511" y="163"/>
                  </a:lnTo>
                  <a:lnTo>
                    <a:pt x="515" y="175"/>
                  </a:lnTo>
                  <a:lnTo>
                    <a:pt x="520" y="187"/>
                  </a:lnTo>
                  <a:lnTo>
                    <a:pt x="523" y="200"/>
                  </a:lnTo>
                  <a:lnTo>
                    <a:pt x="526" y="212"/>
                  </a:lnTo>
                  <a:lnTo>
                    <a:pt x="528" y="226"/>
                  </a:lnTo>
                  <a:lnTo>
                    <a:pt x="530" y="239"/>
                  </a:lnTo>
                  <a:lnTo>
                    <a:pt x="531" y="252"/>
                  </a:lnTo>
                  <a:lnTo>
                    <a:pt x="532" y="26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ko-KR" altLang="en-US"/>
            </a:p>
          </p:txBody>
        </p:sp>
        <p:grpSp>
          <p:nvGrpSpPr>
            <p:cNvPr id="64" name="Group 195">
              <a:extLst>
                <a:ext uri="{FF2B5EF4-FFF2-40B4-BE49-F238E27FC236}">
                  <a16:creationId xmlns:a16="http://schemas.microsoft.com/office/drawing/2014/main" id="{762E452E-C074-492C-A110-53F3E5A0C0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2525" y="4525963"/>
              <a:ext cx="228600" cy="228600"/>
              <a:chOff x="377" y="1744"/>
              <a:chExt cx="720" cy="720"/>
            </a:xfrm>
          </p:grpSpPr>
          <p:sp>
            <p:nvSpPr>
              <p:cNvPr id="72" name="Oval 196">
                <a:extLst>
                  <a:ext uri="{FF2B5EF4-FFF2-40B4-BE49-F238E27FC236}">
                    <a16:creationId xmlns:a16="http://schemas.microsoft.com/office/drawing/2014/main" id="{EDF00655-DB49-4981-9140-298F6A3F7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" y="1744"/>
                <a:ext cx="720" cy="72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800" b="1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grpSp>
            <p:nvGrpSpPr>
              <p:cNvPr id="73" name="Group 197">
                <a:extLst>
                  <a:ext uri="{FF2B5EF4-FFF2-40B4-BE49-F238E27FC236}">
                    <a16:creationId xmlns:a16="http://schemas.microsoft.com/office/drawing/2014/main" id="{9D706849-82CA-4572-BBD9-EA8C9F8291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1" y="1992"/>
                <a:ext cx="432" cy="224"/>
                <a:chOff x="521" y="2008"/>
                <a:chExt cx="432" cy="224"/>
              </a:xfrm>
            </p:grpSpPr>
            <p:sp>
              <p:nvSpPr>
                <p:cNvPr id="74" name="Rectangle 198">
                  <a:extLst>
                    <a:ext uri="{FF2B5EF4-FFF2-40B4-BE49-F238E27FC236}">
                      <a16:creationId xmlns:a16="http://schemas.microsoft.com/office/drawing/2014/main" id="{D7A2E5DD-6842-4E0F-BFFC-09FB37EC9F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1" y="2008"/>
                  <a:ext cx="432" cy="6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ko-KR" altLang="en-US" sz="1800" b="1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75" name="Rectangle 199">
                  <a:extLst>
                    <a:ext uri="{FF2B5EF4-FFF2-40B4-BE49-F238E27FC236}">
                      <a16:creationId xmlns:a16="http://schemas.microsoft.com/office/drawing/2014/main" id="{BAC29B73-74A6-4DEE-90B1-7049B0F3CF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1" y="2168"/>
                  <a:ext cx="432" cy="6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ko-KR" altLang="en-US" sz="1800" b="1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</p:grpSp>
        </p:grpSp>
        <p:grpSp>
          <p:nvGrpSpPr>
            <p:cNvPr id="65" name="Group 200">
              <a:extLst>
                <a:ext uri="{FF2B5EF4-FFF2-40B4-BE49-F238E27FC236}">
                  <a16:creationId xmlns:a16="http://schemas.microsoft.com/office/drawing/2014/main" id="{1FA54046-7A2F-4EBF-A937-B71E7A0DA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200" y="5227638"/>
              <a:ext cx="212725" cy="212725"/>
              <a:chOff x="217" y="2064"/>
              <a:chExt cx="1335" cy="1335"/>
            </a:xfrm>
          </p:grpSpPr>
          <p:sp>
            <p:nvSpPr>
              <p:cNvPr id="69" name="Oval 201">
                <a:extLst>
                  <a:ext uri="{FF2B5EF4-FFF2-40B4-BE49-F238E27FC236}">
                    <a16:creationId xmlns:a16="http://schemas.microsoft.com/office/drawing/2014/main" id="{82E0C3CC-B6D6-4926-92FF-FD20A2A5F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" y="2064"/>
                <a:ext cx="1335" cy="133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800" b="1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70" name="Rectangle 202">
                <a:extLst>
                  <a:ext uri="{FF2B5EF4-FFF2-40B4-BE49-F238E27FC236}">
                    <a16:creationId xmlns:a16="http://schemas.microsoft.com/office/drawing/2014/main" id="{507D2C73-F83D-45C6-AF19-B07219B69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" y="2672"/>
                <a:ext cx="801" cy="1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800" b="1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71" name="Rectangle 203">
                <a:extLst>
                  <a:ext uri="{FF2B5EF4-FFF2-40B4-BE49-F238E27FC236}">
                    <a16:creationId xmlns:a16="http://schemas.microsoft.com/office/drawing/2014/main" id="{A91EEC37-811E-4CB5-A272-173C43AA70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84" y="2672"/>
                <a:ext cx="801" cy="1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800" b="1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66" name="Rectangle 225">
              <a:extLst>
                <a:ext uri="{FF2B5EF4-FFF2-40B4-BE49-F238E27FC236}">
                  <a16:creationId xmlns:a16="http://schemas.microsoft.com/office/drawing/2014/main" id="{7D01D4ED-6953-4456-93BB-2857B2F2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1813" y="5287963"/>
              <a:ext cx="7620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defTabSz="8048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04863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kumimoji="0" lang="ko-KR" altLang="en-US" sz="1200" b="1" dirty="0">
                  <a:solidFill>
                    <a:srgbClr val="000000"/>
                  </a:solidFill>
                  <a:latin typeface="Arial" panose="020B0604020202020204" pitchFamily="34" charset="0"/>
                  <a:ea typeface="나눔스퀘어 Bold" panose="020B0600000101010101" pitchFamily="50" charset="-127"/>
                </a:rPr>
                <a:t>프로젝트</a:t>
              </a: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kumimoji="0" lang="ko-KR" altLang="en-US" sz="1200" b="1" dirty="0">
                  <a:solidFill>
                    <a:srgbClr val="000000"/>
                  </a:solidFill>
                  <a:latin typeface="Arial" panose="020B0604020202020204" pitchFamily="34" charset="0"/>
                  <a:ea typeface="나눔스퀘어 Bold" panose="020B0600000101010101" pitchFamily="50" charset="-127"/>
                </a:rPr>
                <a:t>특성</a:t>
              </a:r>
            </a:p>
          </p:txBody>
        </p:sp>
        <p:sp>
          <p:nvSpPr>
            <p:cNvPr id="67" name="Rectangle 231">
              <a:extLst>
                <a:ext uri="{FF2B5EF4-FFF2-40B4-BE49-F238E27FC236}">
                  <a16:creationId xmlns:a16="http://schemas.microsoft.com/office/drawing/2014/main" id="{FA08FBD9-CB60-4360-BB91-89A2C642A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838" y="4786313"/>
              <a:ext cx="7620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defTabSz="8048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04863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kumimoji="0" lang="ko-KR" altLang="en-US" sz="1200" b="1" dirty="0">
                  <a:solidFill>
                    <a:srgbClr val="000000"/>
                  </a:solidFill>
                  <a:latin typeface="Arial" panose="020B0604020202020204" pitchFamily="34" charset="0"/>
                  <a:ea typeface="나눔스퀘어 Bold" panose="020B0600000101010101" pitchFamily="50" charset="-127"/>
                </a:rPr>
                <a:t>요구</a:t>
              </a: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kumimoji="0" lang="ko-KR" altLang="en-US" sz="1200" b="1" dirty="0">
                  <a:solidFill>
                    <a:srgbClr val="000000"/>
                  </a:solidFill>
                  <a:latin typeface="Arial" panose="020B0604020202020204" pitchFamily="34" charset="0"/>
                  <a:ea typeface="나눔스퀘어 Bold" panose="020B0600000101010101" pitchFamily="50" charset="-127"/>
                </a:rPr>
                <a:t>사항</a:t>
              </a:r>
            </a:p>
          </p:txBody>
        </p:sp>
        <p:sp>
          <p:nvSpPr>
            <p:cNvPr id="68" name="Rectangle 235">
              <a:extLst>
                <a:ext uri="{FF2B5EF4-FFF2-40B4-BE49-F238E27FC236}">
                  <a16:creationId xmlns:a16="http://schemas.microsoft.com/office/drawing/2014/main" id="{FB1CBDB0-8ECE-451B-ABFB-6FD669AC4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2700" y="3840163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defTabSz="8048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04863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04863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8048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kumimoji="0" lang="ko-KR" altLang="en-US" sz="1200" b="1" dirty="0">
                  <a:solidFill>
                    <a:srgbClr val="000000"/>
                  </a:solidFill>
                  <a:latin typeface="Arial" panose="020B0604020202020204" pitchFamily="34" charset="0"/>
                  <a:ea typeface="나눔스퀘어 Bold" panose="020B0600000101010101" pitchFamily="50" charset="-127"/>
                </a:rPr>
                <a:t>수행</a:t>
              </a:r>
            </a:p>
            <a:p>
              <a:pPr algn="ctr" latinLnBrk="0">
                <a:spcBef>
                  <a:spcPct val="0"/>
                </a:spcBef>
                <a:buFontTx/>
                <a:buNone/>
              </a:pPr>
              <a:r>
                <a:rPr kumimoji="0" lang="ko-KR" altLang="en-US" sz="1200" b="1" dirty="0">
                  <a:solidFill>
                    <a:srgbClr val="000000"/>
                  </a:solidFill>
                  <a:latin typeface="Arial" panose="020B0604020202020204" pitchFamily="34" charset="0"/>
                  <a:ea typeface="나눔스퀘어 Bold" panose="020B0600000101010101" pitchFamily="50" charset="-127"/>
                </a:rPr>
                <a:t>범위</a:t>
              </a:r>
            </a:p>
          </p:txBody>
        </p:sp>
        <p:sp>
          <p:nvSpPr>
            <p:cNvPr id="76" name="Text Box 109">
              <a:extLst>
                <a:ext uri="{FF2B5EF4-FFF2-40B4-BE49-F238E27FC236}">
                  <a16:creationId xmlns:a16="http://schemas.microsoft.com/office/drawing/2014/main" id="{EA8FE715-FC0A-4F8B-AEBD-17743C181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321088">
              <a:off x="5798409" y="4161455"/>
              <a:ext cx="1143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요구사항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b</a:t>
              </a:r>
            </a:p>
          </p:txBody>
        </p:sp>
        <p:sp>
          <p:nvSpPr>
            <p:cNvPr id="77" name="Text Box 111">
              <a:extLst>
                <a:ext uri="{FF2B5EF4-FFF2-40B4-BE49-F238E27FC236}">
                  <a16:creationId xmlns:a16="http://schemas.microsoft.com/office/drawing/2014/main" id="{B530D44D-B591-4EEE-AC3C-96C3BE3D1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336662">
              <a:off x="5618583" y="4724962"/>
              <a:ext cx="1371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44463" indent="-144463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요구사항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</a:t>
              </a:r>
            </a:p>
          </p:txBody>
        </p:sp>
      </p:grpSp>
      <p:sp>
        <p:nvSpPr>
          <p:cNvPr id="79" name="Rectangle 4">
            <a:extLst>
              <a:ext uri="{FF2B5EF4-FFF2-40B4-BE49-F238E27FC236}">
                <a16:creationId xmlns:a16="http://schemas.microsoft.com/office/drawing/2014/main" id="{9BE80A62-5669-4D3E-92F4-3390B92F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943" y="3447561"/>
            <a:ext cx="2042149" cy="338554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 </a:t>
            </a:r>
            <a:r>
              <a:rPr lang="en-US" altLang="ko-KR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 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endParaRPr lang="en-US" altLang="ko-KR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0" name="Rectangle 4">
            <a:extLst>
              <a:ext uri="{FF2B5EF4-FFF2-40B4-BE49-F238E27FC236}">
                <a16:creationId xmlns:a16="http://schemas.microsoft.com/office/drawing/2014/main" id="{8351A64B-78DE-4D83-BB6E-77B76E944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3422613"/>
            <a:ext cx="2042149" cy="338554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 </a:t>
            </a:r>
            <a:r>
              <a:rPr lang="en-US" altLang="ko-KR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≠ 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endParaRPr lang="en-US" altLang="ko-KR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1" name="Rectangle 4">
            <a:extLst>
              <a:ext uri="{FF2B5EF4-FFF2-40B4-BE49-F238E27FC236}">
                <a16:creationId xmlns:a16="http://schemas.microsoft.com/office/drawing/2014/main" id="{D654BCFB-5B8D-4312-B25E-7DD58C6C5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5703888"/>
            <a:ext cx="8064895" cy="52322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프로젝트의 </a:t>
            </a:r>
            <a:r>
              <a:rPr lang="en-US" altLang="ko-KR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가지 특성</a:t>
            </a:r>
            <a:r>
              <a:rPr lang="en-US" altLang="ko-KR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A9515D44-6EB1-406B-A0B8-F45F78B80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28" y="5707883"/>
            <a:ext cx="5328592" cy="52322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일정 </a:t>
            </a:r>
            <a:r>
              <a:rPr lang="en-US" altLang="ko-KR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비용 </a:t>
            </a:r>
            <a:r>
              <a:rPr lang="en-US" altLang="ko-KR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인력의 제한성</a:t>
            </a:r>
            <a:endParaRPr lang="en-US" altLang="ko-KR" sz="28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59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-11315" y="-27384"/>
            <a:ext cx="9919252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5514" y="548680"/>
            <a:ext cx="9906000" cy="1107996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프로젝트란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857232"/>
            <a:ext cx="9906000" cy="2677656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고객의 요구사항을 분석해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주어진 기간 안에 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계약된 비용으로 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할 수 있는 </a:t>
            </a:r>
            <a:r>
              <a:rPr lang="ko-KR" altLang="en-US" sz="2400" b="1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</a:t>
            </a:r>
            <a:r>
              <a:rPr lang="ko-KR" altLang="en-US" sz="24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확정해 진행하는 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것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81667" y="4503946"/>
            <a:ext cx="8712968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 </a:t>
            </a: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착수 </a:t>
            </a:r>
            <a:r>
              <a:rPr lang="en-US" altLang="ko-KR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설계  </a:t>
            </a:r>
            <a:r>
              <a:rPr lang="en-US" altLang="ko-KR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|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구현  </a:t>
            </a:r>
            <a:r>
              <a:rPr lang="en-US" altLang="ko-KR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|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검수 </a:t>
            </a:r>
            <a:r>
              <a:rPr lang="en-US" altLang="ko-KR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| </a:t>
            </a:r>
            <a:r>
              <a:rPr lang="ko-KR" altLang="en-US" sz="2400" b="1" u="sng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종료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4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2400" b="1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오픈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C12B18F-14B2-43B8-B0BE-7691AD699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04" y="5703888"/>
            <a:ext cx="8064895" cy="52322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프로젝트의 </a:t>
            </a:r>
            <a:r>
              <a:rPr lang="en-US" altLang="ko-KR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가지 특성</a:t>
            </a:r>
            <a:r>
              <a:rPr lang="en-US" altLang="ko-KR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0D76D53-1292-4F02-9746-72C87959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28" y="5707883"/>
            <a:ext cx="5328592" cy="523220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일정 </a:t>
            </a:r>
            <a:r>
              <a:rPr lang="en-US" altLang="ko-KR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비용 </a:t>
            </a:r>
            <a:r>
              <a:rPr lang="en-US" altLang="ko-KR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28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인력의 제한성</a:t>
            </a:r>
            <a:endParaRPr lang="en-US" altLang="ko-KR" sz="28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151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6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-11315" y="-27384"/>
            <a:ext cx="9919252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5514" y="548680"/>
            <a:ext cx="9906000" cy="1107996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정의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역할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책임</a:t>
            </a:r>
            <a:endParaRPr lang="en-US" altLang="ko-KR" sz="28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857232"/>
            <a:ext cx="9906000" cy="544764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정해진 일정에</a:t>
            </a: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제한된 비용으로</a:t>
            </a: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주어진 인력들을 활용해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수행범위를 정상적으로 작동하게 만드는 사람으로</a:t>
            </a:r>
            <a:r>
              <a:rPr lang="en-US" altLang="ko-KR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(=PM</a:t>
            </a: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정의</a:t>
            </a:r>
            <a:r>
              <a:rPr lang="en-US" altLang="ko-KR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이러한 정상적인 완료를 위해 사전에 문제들의 발생을 감소시키고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문제가 발생되면 빠르게 해결해야 하며</a:t>
            </a:r>
            <a:r>
              <a:rPr lang="en-US" altLang="ko-KR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(=PM</a:t>
            </a: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역할</a:t>
            </a:r>
            <a:r>
              <a:rPr lang="en-US" altLang="ko-KR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정해진 일정에 수행범위가 작동하지 않으면  회사는 손해배상을 하고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제한된 비용으로 완료하지 않으면 회사는 손해를 보고</a:t>
            </a:r>
            <a:endParaRPr lang="en-US" altLang="ko-KR" sz="2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제 역할을 못하면 투입된 인력들이 개고생을 한다</a:t>
            </a:r>
            <a:r>
              <a:rPr lang="en-US" altLang="ko-KR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(=PM</a:t>
            </a:r>
            <a:r>
              <a:rPr lang="ko-KR" altLang="en-US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책임</a:t>
            </a:r>
            <a:r>
              <a:rPr lang="en-US" altLang="ko-KR" sz="2400" b="1" dirty="0">
                <a:solidFill>
                  <a:srgbClr val="FFFF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4E14389-DF57-4975-B645-88B24A7F0E67}"/>
              </a:ext>
            </a:extLst>
          </p:cNvPr>
          <p:cNvGrpSpPr/>
          <p:nvPr/>
        </p:nvGrpSpPr>
        <p:grpSpPr>
          <a:xfrm>
            <a:off x="4915351" y="2589972"/>
            <a:ext cx="4404397" cy="509374"/>
            <a:chOff x="704528" y="1872987"/>
            <a:chExt cx="4404397" cy="509374"/>
          </a:xfrm>
        </p:grpSpPr>
        <p:sp>
          <p:nvSpPr>
            <p:cNvPr id="11" name="제목 28">
              <a:extLst>
                <a:ext uri="{FF2B5EF4-FFF2-40B4-BE49-F238E27FC236}">
                  <a16:creationId xmlns:a16="http://schemas.microsoft.com/office/drawing/2014/main" id="{2793A97D-6668-4B51-AC50-E3382ADEDB3E}"/>
                </a:ext>
              </a:extLst>
            </p:cNvPr>
            <p:cNvSpPr txBox="1">
              <a:spLocks/>
            </p:cNvSpPr>
            <p:nvPr/>
          </p:nvSpPr>
          <p:spPr>
            <a:xfrm>
              <a:off x="1084462" y="1872987"/>
              <a:ext cx="4024463" cy="432048"/>
            </a:xfrm>
            <a:prstGeom prst="rect">
              <a:avLst/>
            </a:prstGeom>
          </p:spPr>
          <p:txBody>
            <a:bodyPr/>
            <a:lstStyle>
              <a:lvl1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ko-KR" altLang="en-US" sz="1800" b="1" dirty="0">
                  <a:solidFill>
                    <a:srgbClr val="FFC000"/>
                  </a:solidFill>
                  <a:latin typeface="휴먼편지체" panose="02030504000101010101" pitchFamily="18" charset="-127"/>
                  <a:ea typeface="휴먼편지체" panose="02030504000101010101" pitchFamily="18" charset="-127"/>
                </a:rPr>
                <a:t>리스크 관리</a:t>
              </a:r>
              <a:endParaRPr lang="en-US" altLang="ko-KR" sz="1800" b="1" dirty="0">
                <a:solidFill>
                  <a:srgbClr val="FFC000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endParaRPr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A50E43C5-2CA1-4989-AAC8-6E44EE483CC2}"/>
                </a:ext>
              </a:extLst>
            </p:cNvPr>
            <p:cNvSpPr/>
            <p:nvPr/>
          </p:nvSpPr>
          <p:spPr bwMode="auto">
            <a:xfrm>
              <a:off x="704528" y="1988840"/>
              <a:ext cx="385217" cy="393521"/>
            </a:xfrm>
            <a:custGeom>
              <a:avLst/>
              <a:gdLst>
                <a:gd name="connsiteX0" fmla="*/ 123825 w 342900"/>
                <a:gd name="connsiteY0" fmla="*/ 409575 h 409575"/>
                <a:gd name="connsiteX1" fmla="*/ 47625 w 342900"/>
                <a:gd name="connsiteY1" fmla="*/ 342900 h 409575"/>
                <a:gd name="connsiteX2" fmla="*/ 38100 w 342900"/>
                <a:gd name="connsiteY2" fmla="*/ 314325 h 409575"/>
                <a:gd name="connsiteX3" fmla="*/ 19050 w 342900"/>
                <a:gd name="connsiteY3" fmla="*/ 285750 h 409575"/>
                <a:gd name="connsiteX4" fmla="*/ 0 w 342900"/>
                <a:gd name="connsiteY4" fmla="*/ 228600 h 409575"/>
                <a:gd name="connsiteX5" fmla="*/ 9525 w 342900"/>
                <a:gd name="connsiteY5" fmla="*/ 142875 h 409575"/>
                <a:gd name="connsiteX6" fmla="*/ 38100 w 342900"/>
                <a:gd name="connsiteY6" fmla="*/ 123825 h 409575"/>
                <a:gd name="connsiteX7" fmla="*/ 66675 w 342900"/>
                <a:gd name="connsiteY7" fmla="*/ 95250 h 409575"/>
                <a:gd name="connsiteX8" fmla="*/ 123825 w 342900"/>
                <a:gd name="connsiteY8" fmla="*/ 76200 h 409575"/>
                <a:gd name="connsiteX9" fmla="*/ 161925 w 342900"/>
                <a:gd name="connsiteY9" fmla="*/ 85725 h 409575"/>
                <a:gd name="connsiteX10" fmla="*/ 219075 w 342900"/>
                <a:gd name="connsiteY10" fmla="*/ 123825 h 409575"/>
                <a:gd name="connsiteX11" fmla="*/ 228600 w 342900"/>
                <a:gd name="connsiteY11" fmla="*/ 152400 h 409575"/>
                <a:gd name="connsiteX12" fmla="*/ 257175 w 342900"/>
                <a:gd name="connsiteY12" fmla="*/ 171450 h 409575"/>
                <a:gd name="connsiteX13" fmla="*/ 228600 w 342900"/>
                <a:gd name="connsiteY13" fmla="*/ 247650 h 409575"/>
                <a:gd name="connsiteX14" fmla="*/ 200025 w 342900"/>
                <a:gd name="connsiteY14" fmla="*/ 257175 h 409575"/>
                <a:gd name="connsiteX15" fmla="*/ 133350 w 342900"/>
                <a:gd name="connsiteY15" fmla="*/ 247650 h 409575"/>
                <a:gd name="connsiteX16" fmla="*/ 123825 w 342900"/>
                <a:gd name="connsiteY16" fmla="*/ 219075 h 409575"/>
                <a:gd name="connsiteX17" fmla="*/ 152400 w 342900"/>
                <a:gd name="connsiteY17" fmla="*/ 133350 h 409575"/>
                <a:gd name="connsiteX18" fmla="*/ 161925 w 342900"/>
                <a:gd name="connsiteY18" fmla="*/ 104775 h 409575"/>
                <a:gd name="connsiteX19" fmla="*/ 219075 w 342900"/>
                <a:gd name="connsiteY19" fmla="*/ 66675 h 409575"/>
                <a:gd name="connsiteX20" fmla="*/ 314325 w 342900"/>
                <a:gd name="connsiteY20" fmla="*/ 38100 h 409575"/>
                <a:gd name="connsiteX21" fmla="*/ 342900 w 342900"/>
                <a:gd name="connsiteY21" fmla="*/ 0 h 409575"/>
                <a:gd name="connsiteX0" fmla="*/ 123825 w 342900"/>
                <a:gd name="connsiteY0" fmla="*/ 409575 h 409575"/>
                <a:gd name="connsiteX1" fmla="*/ 47625 w 342900"/>
                <a:gd name="connsiteY1" fmla="*/ 342900 h 409575"/>
                <a:gd name="connsiteX2" fmla="*/ 38100 w 342900"/>
                <a:gd name="connsiteY2" fmla="*/ 314325 h 409575"/>
                <a:gd name="connsiteX3" fmla="*/ 19050 w 342900"/>
                <a:gd name="connsiteY3" fmla="*/ 285750 h 409575"/>
                <a:gd name="connsiteX4" fmla="*/ 0 w 342900"/>
                <a:gd name="connsiteY4" fmla="*/ 228600 h 409575"/>
                <a:gd name="connsiteX5" fmla="*/ 9525 w 342900"/>
                <a:gd name="connsiteY5" fmla="*/ 142875 h 409575"/>
                <a:gd name="connsiteX6" fmla="*/ 38100 w 342900"/>
                <a:gd name="connsiteY6" fmla="*/ 123825 h 409575"/>
                <a:gd name="connsiteX7" fmla="*/ 66675 w 342900"/>
                <a:gd name="connsiteY7" fmla="*/ 95250 h 409575"/>
                <a:gd name="connsiteX8" fmla="*/ 123825 w 342900"/>
                <a:gd name="connsiteY8" fmla="*/ 76200 h 409575"/>
                <a:gd name="connsiteX9" fmla="*/ 161925 w 342900"/>
                <a:gd name="connsiteY9" fmla="*/ 85725 h 409575"/>
                <a:gd name="connsiteX10" fmla="*/ 219075 w 342900"/>
                <a:gd name="connsiteY10" fmla="*/ 123825 h 409575"/>
                <a:gd name="connsiteX11" fmla="*/ 228600 w 342900"/>
                <a:gd name="connsiteY11" fmla="*/ 152400 h 409575"/>
                <a:gd name="connsiteX12" fmla="*/ 257175 w 342900"/>
                <a:gd name="connsiteY12" fmla="*/ 171450 h 409575"/>
                <a:gd name="connsiteX13" fmla="*/ 228600 w 342900"/>
                <a:gd name="connsiteY13" fmla="*/ 247650 h 409575"/>
                <a:gd name="connsiteX14" fmla="*/ 200025 w 342900"/>
                <a:gd name="connsiteY14" fmla="*/ 257175 h 409575"/>
                <a:gd name="connsiteX15" fmla="*/ 133350 w 342900"/>
                <a:gd name="connsiteY15" fmla="*/ 247650 h 409575"/>
                <a:gd name="connsiteX16" fmla="*/ 123825 w 342900"/>
                <a:gd name="connsiteY16" fmla="*/ 219075 h 409575"/>
                <a:gd name="connsiteX17" fmla="*/ 126964 w 342900"/>
                <a:gd name="connsiteY17" fmla="*/ 192831 h 409575"/>
                <a:gd name="connsiteX18" fmla="*/ 161925 w 342900"/>
                <a:gd name="connsiteY18" fmla="*/ 104775 h 409575"/>
                <a:gd name="connsiteX19" fmla="*/ 219075 w 342900"/>
                <a:gd name="connsiteY19" fmla="*/ 66675 h 409575"/>
                <a:gd name="connsiteX20" fmla="*/ 314325 w 342900"/>
                <a:gd name="connsiteY20" fmla="*/ 38100 h 409575"/>
                <a:gd name="connsiteX21" fmla="*/ 342900 w 342900"/>
                <a:gd name="connsiteY21" fmla="*/ 0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2900" h="409575">
                  <a:moveTo>
                    <a:pt x="123825" y="409575"/>
                  </a:moveTo>
                  <a:cubicBezTo>
                    <a:pt x="111983" y="400101"/>
                    <a:pt x="59897" y="361307"/>
                    <a:pt x="47625" y="342900"/>
                  </a:cubicBezTo>
                  <a:cubicBezTo>
                    <a:pt x="42056" y="334546"/>
                    <a:pt x="42590" y="323305"/>
                    <a:pt x="38100" y="314325"/>
                  </a:cubicBezTo>
                  <a:cubicBezTo>
                    <a:pt x="32980" y="304086"/>
                    <a:pt x="23699" y="296211"/>
                    <a:pt x="19050" y="285750"/>
                  </a:cubicBezTo>
                  <a:cubicBezTo>
                    <a:pt x="10895" y="267400"/>
                    <a:pt x="0" y="228600"/>
                    <a:pt x="0" y="228600"/>
                  </a:cubicBezTo>
                  <a:cubicBezTo>
                    <a:pt x="3175" y="200025"/>
                    <a:pt x="-300" y="169895"/>
                    <a:pt x="9525" y="142875"/>
                  </a:cubicBezTo>
                  <a:cubicBezTo>
                    <a:pt x="13437" y="132117"/>
                    <a:pt x="29306" y="131154"/>
                    <a:pt x="38100" y="123825"/>
                  </a:cubicBezTo>
                  <a:cubicBezTo>
                    <a:pt x="48448" y="115201"/>
                    <a:pt x="54900" y="101792"/>
                    <a:pt x="66675" y="95250"/>
                  </a:cubicBezTo>
                  <a:cubicBezTo>
                    <a:pt x="84228" y="85498"/>
                    <a:pt x="123825" y="76200"/>
                    <a:pt x="123825" y="76200"/>
                  </a:cubicBezTo>
                  <a:cubicBezTo>
                    <a:pt x="136525" y="79375"/>
                    <a:pt x="150216" y="79871"/>
                    <a:pt x="161925" y="85725"/>
                  </a:cubicBezTo>
                  <a:cubicBezTo>
                    <a:pt x="182403" y="95964"/>
                    <a:pt x="219075" y="123825"/>
                    <a:pt x="219075" y="123825"/>
                  </a:cubicBezTo>
                  <a:cubicBezTo>
                    <a:pt x="222250" y="133350"/>
                    <a:pt x="222328" y="144560"/>
                    <a:pt x="228600" y="152400"/>
                  </a:cubicBezTo>
                  <a:cubicBezTo>
                    <a:pt x="235751" y="161339"/>
                    <a:pt x="254030" y="160443"/>
                    <a:pt x="257175" y="171450"/>
                  </a:cubicBezTo>
                  <a:cubicBezTo>
                    <a:pt x="262218" y="189101"/>
                    <a:pt x="244741" y="234737"/>
                    <a:pt x="228600" y="247650"/>
                  </a:cubicBezTo>
                  <a:cubicBezTo>
                    <a:pt x="220760" y="253922"/>
                    <a:pt x="209550" y="254000"/>
                    <a:pt x="200025" y="257175"/>
                  </a:cubicBezTo>
                  <a:cubicBezTo>
                    <a:pt x="177800" y="254000"/>
                    <a:pt x="153430" y="257690"/>
                    <a:pt x="133350" y="247650"/>
                  </a:cubicBezTo>
                  <a:cubicBezTo>
                    <a:pt x="124370" y="243160"/>
                    <a:pt x="124889" y="228211"/>
                    <a:pt x="123825" y="219075"/>
                  </a:cubicBezTo>
                  <a:cubicBezTo>
                    <a:pt x="122761" y="209939"/>
                    <a:pt x="103963" y="238834"/>
                    <a:pt x="126964" y="192831"/>
                  </a:cubicBezTo>
                  <a:cubicBezTo>
                    <a:pt x="131454" y="183851"/>
                    <a:pt x="146573" y="125801"/>
                    <a:pt x="161925" y="104775"/>
                  </a:cubicBezTo>
                  <a:cubicBezTo>
                    <a:pt x="177277" y="83749"/>
                    <a:pt x="200025" y="79375"/>
                    <a:pt x="219075" y="66675"/>
                  </a:cubicBezTo>
                  <a:cubicBezTo>
                    <a:pt x="266330" y="35172"/>
                    <a:pt x="236317" y="49244"/>
                    <a:pt x="314325" y="38100"/>
                  </a:cubicBezTo>
                  <a:cubicBezTo>
                    <a:pt x="335866" y="5789"/>
                    <a:pt x="325280" y="17620"/>
                    <a:pt x="342900" y="0"/>
                  </a:cubicBezTo>
                </a:path>
              </a:pathLst>
            </a:custGeom>
            <a:noFill/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>
                <a:solidFill>
                  <a:srgbClr val="FFC000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0906829-0FE6-4939-9E75-FD56D232D28B}"/>
              </a:ext>
            </a:extLst>
          </p:cNvPr>
          <p:cNvGrpSpPr/>
          <p:nvPr/>
        </p:nvGrpSpPr>
        <p:grpSpPr>
          <a:xfrm>
            <a:off x="4943357" y="4038047"/>
            <a:ext cx="3657764" cy="586738"/>
            <a:chOff x="478184" y="3380689"/>
            <a:chExt cx="2693307" cy="586738"/>
          </a:xfrm>
        </p:grpSpPr>
        <p:sp>
          <p:nvSpPr>
            <p:cNvPr id="17" name="제목 28">
              <a:extLst>
                <a:ext uri="{FF2B5EF4-FFF2-40B4-BE49-F238E27FC236}">
                  <a16:creationId xmlns:a16="http://schemas.microsoft.com/office/drawing/2014/main" id="{595D7052-AB65-449B-B14B-E19ECB47F4B7}"/>
                </a:ext>
              </a:extLst>
            </p:cNvPr>
            <p:cNvSpPr txBox="1">
              <a:spLocks/>
            </p:cNvSpPr>
            <p:nvPr/>
          </p:nvSpPr>
          <p:spPr>
            <a:xfrm>
              <a:off x="697370" y="3535379"/>
              <a:ext cx="2474121" cy="432048"/>
            </a:xfrm>
            <a:prstGeom prst="rect">
              <a:avLst/>
            </a:prstGeom>
          </p:spPr>
          <p:txBody>
            <a:bodyPr/>
            <a:lstStyle>
              <a:lvl1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ko-KR" altLang="en-US" sz="1800" b="1" dirty="0">
                  <a:solidFill>
                    <a:srgbClr val="FFC000"/>
                  </a:solidFill>
                  <a:latin typeface="휴먼편지체" panose="02030504000101010101" pitchFamily="18" charset="-127"/>
                  <a:ea typeface="휴먼편지체" panose="02030504000101010101" pitchFamily="18" charset="-127"/>
                </a:rPr>
                <a:t> 이슈관리</a:t>
              </a:r>
              <a:endParaRPr lang="en-US" altLang="ko-KR" sz="1800" b="1" dirty="0">
                <a:solidFill>
                  <a:srgbClr val="FFC000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endParaRPr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AAE4B954-C176-4CE6-ABC0-B3663E019F66}"/>
                </a:ext>
              </a:extLst>
            </p:cNvPr>
            <p:cNvSpPr/>
            <p:nvPr/>
          </p:nvSpPr>
          <p:spPr bwMode="auto">
            <a:xfrm rot="10988516" flipH="1">
              <a:off x="478184" y="3380689"/>
              <a:ext cx="336911" cy="364556"/>
            </a:xfrm>
            <a:custGeom>
              <a:avLst/>
              <a:gdLst>
                <a:gd name="connsiteX0" fmla="*/ 123825 w 342900"/>
                <a:gd name="connsiteY0" fmla="*/ 409575 h 409575"/>
                <a:gd name="connsiteX1" fmla="*/ 47625 w 342900"/>
                <a:gd name="connsiteY1" fmla="*/ 342900 h 409575"/>
                <a:gd name="connsiteX2" fmla="*/ 38100 w 342900"/>
                <a:gd name="connsiteY2" fmla="*/ 314325 h 409575"/>
                <a:gd name="connsiteX3" fmla="*/ 19050 w 342900"/>
                <a:gd name="connsiteY3" fmla="*/ 285750 h 409575"/>
                <a:gd name="connsiteX4" fmla="*/ 0 w 342900"/>
                <a:gd name="connsiteY4" fmla="*/ 228600 h 409575"/>
                <a:gd name="connsiteX5" fmla="*/ 9525 w 342900"/>
                <a:gd name="connsiteY5" fmla="*/ 142875 h 409575"/>
                <a:gd name="connsiteX6" fmla="*/ 38100 w 342900"/>
                <a:gd name="connsiteY6" fmla="*/ 123825 h 409575"/>
                <a:gd name="connsiteX7" fmla="*/ 66675 w 342900"/>
                <a:gd name="connsiteY7" fmla="*/ 95250 h 409575"/>
                <a:gd name="connsiteX8" fmla="*/ 123825 w 342900"/>
                <a:gd name="connsiteY8" fmla="*/ 76200 h 409575"/>
                <a:gd name="connsiteX9" fmla="*/ 161925 w 342900"/>
                <a:gd name="connsiteY9" fmla="*/ 85725 h 409575"/>
                <a:gd name="connsiteX10" fmla="*/ 219075 w 342900"/>
                <a:gd name="connsiteY10" fmla="*/ 123825 h 409575"/>
                <a:gd name="connsiteX11" fmla="*/ 228600 w 342900"/>
                <a:gd name="connsiteY11" fmla="*/ 152400 h 409575"/>
                <a:gd name="connsiteX12" fmla="*/ 257175 w 342900"/>
                <a:gd name="connsiteY12" fmla="*/ 171450 h 409575"/>
                <a:gd name="connsiteX13" fmla="*/ 228600 w 342900"/>
                <a:gd name="connsiteY13" fmla="*/ 247650 h 409575"/>
                <a:gd name="connsiteX14" fmla="*/ 200025 w 342900"/>
                <a:gd name="connsiteY14" fmla="*/ 257175 h 409575"/>
                <a:gd name="connsiteX15" fmla="*/ 133350 w 342900"/>
                <a:gd name="connsiteY15" fmla="*/ 247650 h 409575"/>
                <a:gd name="connsiteX16" fmla="*/ 123825 w 342900"/>
                <a:gd name="connsiteY16" fmla="*/ 219075 h 409575"/>
                <a:gd name="connsiteX17" fmla="*/ 152400 w 342900"/>
                <a:gd name="connsiteY17" fmla="*/ 133350 h 409575"/>
                <a:gd name="connsiteX18" fmla="*/ 161925 w 342900"/>
                <a:gd name="connsiteY18" fmla="*/ 104775 h 409575"/>
                <a:gd name="connsiteX19" fmla="*/ 219075 w 342900"/>
                <a:gd name="connsiteY19" fmla="*/ 66675 h 409575"/>
                <a:gd name="connsiteX20" fmla="*/ 314325 w 342900"/>
                <a:gd name="connsiteY20" fmla="*/ 38100 h 409575"/>
                <a:gd name="connsiteX21" fmla="*/ 342900 w 342900"/>
                <a:gd name="connsiteY21" fmla="*/ 0 h 409575"/>
                <a:gd name="connsiteX0" fmla="*/ 123825 w 342900"/>
                <a:gd name="connsiteY0" fmla="*/ 409575 h 409575"/>
                <a:gd name="connsiteX1" fmla="*/ 47625 w 342900"/>
                <a:gd name="connsiteY1" fmla="*/ 342900 h 409575"/>
                <a:gd name="connsiteX2" fmla="*/ 38100 w 342900"/>
                <a:gd name="connsiteY2" fmla="*/ 314325 h 409575"/>
                <a:gd name="connsiteX3" fmla="*/ 19050 w 342900"/>
                <a:gd name="connsiteY3" fmla="*/ 285750 h 409575"/>
                <a:gd name="connsiteX4" fmla="*/ 0 w 342900"/>
                <a:gd name="connsiteY4" fmla="*/ 228600 h 409575"/>
                <a:gd name="connsiteX5" fmla="*/ 9525 w 342900"/>
                <a:gd name="connsiteY5" fmla="*/ 142875 h 409575"/>
                <a:gd name="connsiteX6" fmla="*/ 38100 w 342900"/>
                <a:gd name="connsiteY6" fmla="*/ 123825 h 409575"/>
                <a:gd name="connsiteX7" fmla="*/ 66675 w 342900"/>
                <a:gd name="connsiteY7" fmla="*/ 95250 h 409575"/>
                <a:gd name="connsiteX8" fmla="*/ 123825 w 342900"/>
                <a:gd name="connsiteY8" fmla="*/ 76200 h 409575"/>
                <a:gd name="connsiteX9" fmla="*/ 161925 w 342900"/>
                <a:gd name="connsiteY9" fmla="*/ 85725 h 409575"/>
                <a:gd name="connsiteX10" fmla="*/ 219075 w 342900"/>
                <a:gd name="connsiteY10" fmla="*/ 123825 h 409575"/>
                <a:gd name="connsiteX11" fmla="*/ 228600 w 342900"/>
                <a:gd name="connsiteY11" fmla="*/ 152400 h 409575"/>
                <a:gd name="connsiteX12" fmla="*/ 257175 w 342900"/>
                <a:gd name="connsiteY12" fmla="*/ 171450 h 409575"/>
                <a:gd name="connsiteX13" fmla="*/ 228600 w 342900"/>
                <a:gd name="connsiteY13" fmla="*/ 247650 h 409575"/>
                <a:gd name="connsiteX14" fmla="*/ 200025 w 342900"/>
                <a:gd name="connsiteY14" fmla="*/ 257175 h 409575"/>
                <a:gd name="connsiteX15" fmla="*/ 133350 w 342900"/>
                <a:gd name="connsiteY15" fmla="*/ 247650 h 409575"/>
                <a:gd name="connsiteX16" fmla="*/ 123825 w 342900"/>
                <a:gd name="connsiteY16" fmla="*/ 219075 h 409575"/>
                <a:gd name="connsiteX17" fmla="*/ 126964 w 342900"/>
                <a:gd name="connsiteY17" fmla="*/ 192831 h 409575"/>
                <a:gd name="connsiteX18" fmla="*/ 161925 w 342900"/>
                <a:gd name="connsiteY18" fmla="*/ 104775 h 409575"/>
                <a:gd name="connsiteX19" fmla="*/ 219075 w 342900"/>
                <a:gd name="connsiteY19" fmla="*/ 66675 h 409575"/>
                <a:gd name="connsiteX20" fmla="*/ 314325 w 342900"/>
                <a:gd name="connsiteY20" fmla="*/ 38100 h 409575"/>
                <a:gd name="connsiteX21" fmla="*/ 342900 w 342900"/>
                <a:gd name="connsiteY21" fmla="*/ 0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2900" h="409575">
                  <a:moveTo>
                    <a:pt x="123825" y="409575"/>
                  </a:moveTo>
                  <a:cubicBezTo>
                    <a:pt x="111983" y="400101"/>
                    <a:pt x="59897" y="361307"/>
                    <a:pt x="47625" y="342900"/>
                  </a:cubicBezTo>
                  <a:cubicBezTo>
                    <a:pt x="42056" y="334546"/>
                    <a:pt x="42590" y="323305"/>
                    <a:pt x="38100" y="314325"/>
                  </a:cubicBezTo>
                  <a:cubicBezTo>
                    <a:pt x="32980" y="304086"/>
                    <a:pt x="23699" y="296211"/>
                    <a:pt x="19050" y="285750"/>
                  </a:cubicBezTo>
                  <a:cubicBezTo>
                    <a:pt x="10895" y="267400"/>
                    <a:pt x="0" y="228600"/>
                    <a:pt x="0" y="228600"/>
                  </a:cubicBezTo>
                  <a:cubicBezTo>
                    <a:pt x="3175" y="200025"/>
                    <a:pt x="-300" y="169895"/>
                    <a:pt x="9525" y="142875"/>
                  </a:cubicBezTo>
                  <a:cubicBezTo>
                    <a:pt x="13437" y="132117"/>
                    <a:pt x="29306" y="131154"/>
                    <a:pt x="38100" y="123825"/>
                  </a:cubicBezTo>
                  <a:cubicBezTo>
                    <a:pt x="48448" y="115201"/>
                    <a:pt x="54900" y="101792"/>
                    <a:pt x="66675" y="95250"/>
                  </a:cubicBezTo>
                  <a:cubicBezTo>
                    <a:pt x="84228" y="85498"/>
                    <a:pt x="123825" y="76200"/>
                    <a:pt x="123825" y="76200"/>
                  </a:cubicBezTo>
                  <a:cubicBezTo>
                    <a:pt x="136525" y="79375"/>
                    <a:pt x="150216" y="79871"/>
                    <a:pt x="161925" y="85725"/>
                  </a:cubicBezTo>
                  <a:cubicBezTo>
                    <a:pt x="182403" y="95964"/>
                    <a:pt x="219075" y="123825"/>
                    <a:pt x="219075" y="123825"/>
                  </a:cubicBezTo>
                  <a:cubicBezTo>
                    <a:pt x="222250" y="133350"/>
                    <a:pt x="222328" y="144560"/>
                    <a:pt x="228600" y="152400"/>
                  </a:cubicBezTo>
                  <a:cubicBezTo>
                    <a:pt x="235751" y="161339"/>
                    <a:pt x="254030" y="160443"/>
                    <a:pt x="257175" y="171450"/>
                  </a:cubicBezTo>
                  <a:cubicBezTo>
                    <a:pt x="262218" y="189101"/>
                    <a:pt x="244741" y="234737"/>
                    <a:pt x="228600" y="247650"/>
                  </a:cubicBezTo>
                  <a:cubicBezTo>
                    <a:pt x="220760" y="253922"/>
                    <a:pt x="209550" y="254000"/>
                    <a:pt x="200025" y="257175"/>
                  </a:cubicBezTo>
                  <a:cubicBezTo>
                    <a:pt x="177800" y="254000"/>
                    <a:pt x="153430" y="257690"/>
                    <a:pt x="133350" y="247650"/>
                  </a:cubicBezTo>
                  <a:cubicBezTo>
                    <a:pt x="124370" y="243160"/>
                    <a:pt x="124889" y="228211"/>
                    <a:pt x="123825" y="219075"/>
                  </a:cubicBezTo>
                  <a:cubicBezTo>
                    <a:pt x="122761" y="209939"/>
                    <a:pt x="103963" y="238834"/>
                    <a:pt x="126964" y="192831"/>
                  </a:cubicBezTo>
                  <a:cubicBezTo>
                    <a:pt x="131454" y="183851"/>
                    <a:pt x="146573" y="125801"/>
                    <a:pt x="161925" y="104775"/>
                  </a:cubicBezTo>
                  <a:cubicBezTo>
                    <a:pt x="177277" y="83749"/>
                    <a:pt x="200025" y="79375"/>
                    <a:pt x="219075" y="66675"/>
                  </a:cubicBezTo>
                  <a:cubicBezTo>
                    <a:pt x="266330" y="35172"/>
                    <a:pt x="236317" y="49244"/>
                    <a:pt x="314325" y="38100"/>
                  </a:cubicBezTo>
                  <a:cubicBezTo>
                    <a:pt x="335866" y="5789"/>
                    <a:pt x="325280" y="17620"/>
                    <a:pt x="342900" y="0"/>
                  </a:cubicBezTo>
                </a:path>
              </a:pathLst>
            </a:custGeom>
            <a:noFill/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7957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0" y="-27384"/>
            <a:ext cx="9932504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8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24385" y="24879"/>
            <a:ext cx="9881615" cy="426270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미드 영화 보셨나요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?]</a:t>
            </a: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24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>
              <a:spcBef>
                <a:spcPct val="50000"/>
              </a:spcBef>
            </a:pPr>
            <a:endParaRPr lang="ko-KR" altLang="en-US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CD05A240-8138-4C3B-8C1C-6A8B36BBE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518" y="836712"/>
            <a:ext cx="7165348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-22702" y="3739"/>
            <a:ext cx="9928702" cy="6902958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square" rtlCol="0" anchor="ctr">
            <a:noAutofit/>
          </a:bodyPr>
          <a:lstStyle/>
          <a:p>
            <a:pPr algn="ctr" fontAlgn="ctr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같은 영화라도 </a:t>
            </a:r>
            <a:r>
              <a:rPr kumimoji="0" lang="ko-KR" altLang="en-US" sz="4000" b="1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재밌는</a:t>
            </a:r>
            <a:r>
              <a:rPr kumimoji="0"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사람</a:t>
            </a:r>
            <a:r>
              <a:rPr kumimoji="0"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kumimoji="0"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그렇지</a:t>
            </a:r>
            <a:endParaRPr kumimoji="0" lang="en-US" altLang="ko-KR" sz="40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ctr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않은 사람이 있듯이 프로젝트의 </a:t>
            </a:r>
            <a:r>
              <a:rPr kumimoji="0" lang="ko-KR" altLang="en-US" sz="40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프로세스와 </a:t>
            </a:r>
            <a:endParaRPr kumimoji="0" lang="en-US" altLang="ko-KR" sz="4000" b="1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ctr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40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산출물도 </a:t>
            </a:r>
            <a:r>
              <a:rPr kumimoji="0"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환경</a:t>
            </a:r>
            <a:r>
              <a:rPr kumimoji="0"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kumimoji="0"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예산</a:t>
            </a:r>
            <a:r>
              <a:rPr kumimoji="0"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kumimoji="0" lang="ko-KR" altLang="en-US" sz="40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투입인력</a:t>
            </a:r>
            <a:r>
              <a:rPr kumimoji="0" lang="en-US" altLang="ko-KR" sz="40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</a:p>
          <a:p>
            <a:pPr algn="ctr" fontAlgn="ctr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40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고객입장</a:t>
            </a:r>
            <a:r>
              <a:rPr kumimoji="0"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kumimoji="0" lang="ko-KR" altLang="en-US" sz="4000" b="1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수행사</a:t>
            </a:r>
            <a:r>
              <a:rPr kumimoji="0"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입장에 따라 </a:t>
            </a:r>
            <a:endParaRPr kumimoji="0" lang="en-US" altLang="ko-KR" sz="40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ctr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얼마든지 달라질 수 있습니다</a:t>
            </a:r>
            <a:endParaRPr kumimoji="0" lang="en-US" altLang="ko-KR" sz="40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1925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96616" y="526102"/>
            <a:ext cx="6336704" cy="504056"/>
          </a:xfrm>
          <a:prstGeom prst="rect">
            <a:avLst/>
          </a:prstGeom>
          <a:solidFill>
            <a:schemeClr val="bg1">
              <a:lumMod val="10000"/>
            </a:schemeClr>
          </a:solidFill>
          <a:ln w="9525">
            <a:noFill/>
            <a:miter lim="800000"/>
            <a:headEnd/>
            <a:tailEnd type="none" w="sm" len="sm"/>
          </a:ln>
          <a:effectLst/>
        </p:spPr>
        <p:txBody>
          <a:bodyPr wrap="square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400" b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그럼</a:t>
            </a:r>
            <a:r>
              <a:rPr lang="en-US" altLang="ko-KR" sz="2400" b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b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프로젝트에서 표준이란 없는 건가</a:t>
            </a:r>
            <a:r>
              <a:rPr lang="en-US" altLang="ko-KR" sz="2400" b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24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0" y="0"/>
            <a:ext cx="9919252" cy="685800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399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875" y="1"/>
            <a:ext cx="40481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val 94"/>
          <p:cNvSpPr>
            <a:spLocks noChangeArrowheads="1"/>
          </p:cNvSpPr>
          <p:nvPr/>
        </p:nvSpPr>
        <p:spPr bwMode="auto">
          <a:xfrm>
            <a:off x="560512" y="764704"/>
            <a:ext cx="931937" cy="946050"/>
          </a:xfrm>
          <a:prstGeom prst="ellipse">
            <a:avLst/>
          </a:prstGeom>
          <a:solidFill>
            <a:schemeClr val="bg1">
              <a:lumMod val="25000"/>
            </a:schemeClr>
          </a:solidFill>
          <a:ln w="57150" algn="ctr">
            <a:noFill/>
            <a:prstDash val="sysDot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90000"/>
                  </a:schemeClr>
                </a:solidFill>
                <a:effectLst/>
                <a:uLnTx/>
                <a:uFillTx/>
                <a:latin typeface="Trebuchet MS" pitchFamily="34" charset="0"/>
                <a:ea typeface="나눔스퀘어 Bold" panose="020B0600000101010101" pitchFamily="50" charset="-127"/>
              </a:rPr>
              <a:t>P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0000"/>
                </a:schemeClr>
              </a:solidFill>
              <a:effectLst/>
              <a:uLnTx/>
              <a:uFillTx/>
              <a:latin typeface="Trebuchet MS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10" name="Oval 94"/>
          <p:cNvSpPr>
            <a:spLocks noChangeArrowheads="1"/>
          </p:cNvSpPr>
          <p:nvPr/>
        </p:nvSpPr>
        <p:spPr bwMode="auto">
          <a:xfrm>
            <a:off x="488504" y="1978894"/>
            <a:ext cx="931937" cy="946050"/>
          </a:xfrm>
          <a:prstGeom prst="ellipse">
            <a:avLst/>
          </a:prstGeom>
          <a:solidFill>
            <a:schemeClr val="bg1">
              <a:lumMod val="25000"/>
            </a:schemeClr>
          </a:solidFill>
          <a:ln w="57150" algn="ctr">
            <a:noFill/>
            <a:prstDash val="sysDot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90000"/>
                  </a:schemeClr>
                </a:solidFill>
                <a:effectLst/>
                <a:uLnTx/>
                <a:uFillTx/>
                <a:latin typeface="Trebuchet MS" pitchFamily="34" charset="0"/>
                <a:ea typeface="나눔스퀘어 Bold" panose="020B0600000101010101" pitchFamily="50" charset="-127"/>
              </a:rPr>
              <a:t>M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0000"/>
                </a:schemeClr>
              </a:solidFill>
              <a:effectLst/>
              <a:uLnTx/>
              <a:uFillTx/>
              <a:latin typeface="Trebuchet MS" pitchFamily="34" charset="0"/>
              <a:ea typeface="나눔스퀘어 Bold" panose="020B060000010101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544005" y="980728"/>
            <a:ext cx="2965726" cy="5286720"/>
            <a:chOff x="1454104" y="980728"/>
            <a:chExt cx="2965726" cy="5286720"/>
          </a:xfrm>
        </p:grpSpPr>
        <p:sp>
          <p:nvSpPr>
            <p:cNvPr id="15" name="Text Box 346"/>
            <p:cNvSpPr txBox="1">
              <a:spLocks noChangeArrowheads="1"/>
            </p:cNvSpPr>
            <p:nvPr/>
          </p:nvSpPr>
          <p:spPr bwMode="auto">
            <a:xfrm>
              <a:off x="1511154" y="980728"/>
              <a:ext cx="1584449" cy="790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roject</a:t>
              </a:r>
              <a:endParaRPr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6" name="Text Box 346"/>
            <p:cNvSpPr txBox="1">
              <a:spLocks noChangeArrowheads="1"/>
            </p:cNvSpPr>
            <p:nvPr/>
          </p:nvSpPr>
          <p:spPr bwMode="auto">
            <a:xfrm>
              <a:off x="1511364" y="2164542"/>
              <a:ext cx="2908466" cy="790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anagement</a:t>
              </a:r>
              <a:endParaRPr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7" name="Text Box 346"/>
            <p:cNvSpPr txBox="1">
              <a:spLocks noChangeArrowheads="1"/>
            </p:cNvSpPr>
            <p:nvPr/>
          </p:nvSpPr>
          <p:spPr bwMode="auto">
            <a:xfrm>
              <a:off x="1454104" y="3212976"/>
              <a:ext cx="1058601" cy="790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ody</a:t>
              </a:r>
              <a:endParaRPr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8" name="Text Box 346"/>
            <p:cNvSpPr txBox="1">
              <a:spLocks noChangeArrowheads="1"/>
            </p:cNvSpPr>
            <p:nvPr/>
          </p:nvSpPr>
          <p:spPr bwMode="auto">
            <a:xfrm>
              <a:off x="1481868" y="4365104"/>
              <a:ext cx="380530" cy="790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f</a:t>
              </a:r>
              <a:endParaRPr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9" name="Text Box 346"/>
            <p:cNvSpPr txBox="1">
              <a:spLocks noChangeArrowheads="1"/>
            </p:cNvSpPr>
            <p:nvPr/>
          </p:nvSpPr>
          <p:spPr bwMode="auto">
            <a:xfrm>
              <a:off x="1485230" y="5476910"/>
              <a:ext cx="2501367" cy="790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4000" b="1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nowledge</a:t>
              </a:r>
              <a:endParaRPr lang="en-US" altLang="ko-KR" sz="40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23" name="Oval 94"/>
          <p:cNvSpPr>
            <a:spLocks noChangeArrowheads="1"/>
          </p:cNvSpPr>
          <p:nvPr/>
        </p:nvSpPr>
        <p:spPr bwMode="auto">
          <a:xfrm>
            <a:off x="488504" y="5393470"/>
            <a:ext cx="931937" cy="946050"/>
          </a:xfrm>
          <a:prstGeom prst="ellipse">
            <a:avLst/>
          </a:prstGeom>
          <a:solidFill>
            <a:schemeClr val="bg1">
              <a:lumMod val="25000"/>
            </a:schemeClr>
          </a:solidFill>
          <a:ln w="57150" algn="ctr">
            <a:noFill/>
            <a:prstDash val="sysDot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kern="0">
                <a:solidFill>
                  <a:schemeClr val="bg1">
                    <a:lumMod val="90000"/>
                  </a:schemeClr>
                </a:solidFill>
                <a:latin typeface="Trebuchet MS" pitchFamily="34" charset="0"/>
                <a:ea typeface="나눔스퀘어 Bold" panose="020B0600000101010101" pitchFamily="50" charset="-127"/>
              </a:rPr>
              <a:t>K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0000"/>
                </a:schemeClr>
              </a:solidFill>
              <a:effectLst/>
              <a:uLnTx/>
              <a:uFillTx/>
              <a:latin typeface="Trebuchet MS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24385" y="24879"/>
            <a:ext cx="9881615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400" b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PMBOK</a:t>
            </a:r>
            <a:r>
              <a:rPr lang="ko-KR" altLang="en-US" sz="2400" b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아시나요</a:t>
            </a:r>
            <a:r>
              <a:rPr lang="en-US" altLang="ko-KR" sz="2400" b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2400" b="1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Oval 94"/>
          <p:cNvSpPr>
            <a:spLocks noChangeArrowheads="1"/>
          </p:cNvSpPr>
          <p:nvPr/>
        </p:nvSpPr>
        <p:spPr bwMode="auto">
          <a:xfrm>
            <a:off x="488504" y="3068960"/>
            <a:ext cx="931937" cy="946050"/>
          </a:xfrm>
          <a:prstGeom prst="ellipse">
            <a:avLst/>
          </a:prstGeom>
          <a:solidFill>
            <a:schemeClr val="bg1">
              <a:lumMod val="25000"/>
            </a:schemeClr>
          </a:solidFill>
          <a:ln w="57150" algn="ctr">
            <a:noFill/>
            <a:prstDash val="sysDot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90000"/>
                  </a:schemeClr>
                </a:solidFill>
                <a:effectLst/>
                <a:uLnTx/>
                <a:uFillTx/>
                <a:latin typeface="Trebuchet MS" pitchFamily="34" charset="0"/>
                <a:ea typeface="나눔스퀘어 Bold" panose="020B0600000101010101" pitchFamily="50" charset="-127"/>
              </a:rPr>
              <a:t>B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0000"/>
                </a:schemeClr>
              </a:solidFill>
              <a:effectLst/>
              <a:uLnTx/>
              <a:uFillTx/>
              <a:latin typeface="Trebuchet MS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27" name="Oval 94"/>
          <p:cNvSpPr>
            <a:spLocks noChangeArrowheads="1"/>
          </p:cNvSpPr>
          <p:nvPr/>
        </p:nvSpPr>
        <p:spPr bwMode="auto">
          <a:xfrm>
            <a:off x="492671" y="4221088"/>
            <a:ext cx="931937" cy="946050"/>
          </a:xfrm>
          <a:prstGeom prst="ellipse">
            <a:avLst/>
          </a:prstGeom>
          <a:solidFill>
            <a:schemeClr val="bg1">
              <a:lumMod val="25000"/>
            </a:schemeClr>
          </a:solidFill>
          <a:ln w="57150" algn="ctr">
            <a:noFill/>
            <a:prstDash val="sysDot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kern="0">
                <a:solidFill>
                  <a:schemeClr val="bg1">
                    <a:lumMod val="90000"/>
                  </a:schemeClr>
                </a:solidFill>
                <a:latin typeface="Trebuchet MS" pitchFamily="34" charset="0"/>
                <a:ea typeface="나눔스퀘어 Bold" panose="020B0600000101010101" pitchFamily="50" charset="-127"/>
              </a:rPr>
              <a:t>O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0000"/>
                </a:schemeClr>
              </a:solidFill>
              <a:effectLst/>
              <a:uLnTx/>
              <a:uFillTx/>
              <a:latin typeface="Trebuchet MS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-14748"/>
            <a:ext cx="9906000" cy="6872748"/>
          </a:xfrm>
          <a:prstGeom prst="rect">
            <a:avLst/>
          </a:prstGeom>
          <a:solidFill>
            <a:srgbClr val="FF0000">
              <a:alpha val="60000"/>
            </a:srgbClr>
          </a:solidFill>
        </p:spPr>
        <p:txBody>
          <a:bodyPr wrap="square" rtlCol="0" anchor="ctr">
            <a:noAutofit/>
          </a:bodyPr>
          <a:lstStyle/>
          <a:p>
            <a:pPr algn="ctr" fontAlgn="ctr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4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kumimoji="0" lang="ko-KR" altLang="en-US" sz="44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</a:t>
            </a:r>
            <a:r>
              <a:rPr kumimoji="0" lang="en-US" altLang="ko-KR" sz="44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PMBOK </a:t>
            </a:r>
            <a:r>
              <a:rPr kumimoji="0" lang="ko-KR" altLang="en-US" sz="44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정도는 알아두시면 </a:t>
            </a:r>
            <a:endParaRPr kumimoji="0" lang="en-US" altLang="ko-KR" sz="4400" b="1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ctr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44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좋지않을까 합니다</a:t>
            </a:r>
            <a:r>
              <a:rPr kumimoji="0" lang="en-US" altLang="ko-KR" sz="4400" b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kumimoji="0" lang="en-US" altLang="ko-KR" sz="4400" b="1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567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3" grpId="0" animBg="1"/>
      <p:bldP spid="20" grpId="0" animBg="1"/>
      <p:bldP spid="2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1925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664968" y="1132886"/>
            <a:ext cx="5040560" cy="112928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50000"/>
              </a:lnSpc>
            </a:pPr>
            <a:endParaRPr lang="en-US" altLang="ko-KR" sz="3200" b="1" dirty="0">
              <a:solidFill>
                <a:srgbClr val="FFCC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Tahoma" pitchFamily="34" charset="0"/>
            </a:endParaRPr>
          </a:p>
          <a:p>
            <a:pPr algn="ctr">
              <a:lnSpc>
                <a:spcPct val="50000"/>
              </a:lnSpc>
            </a:pPr>
            <a:r>
              <a:rPr lang="en-US" altLang="ko-KR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“</a:t>
            </a:r>
            <a:r>
              <a:rPr lang="ko-KR" altLang="en-US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프로젝트는 </a:t>
            </a:r>
            <a:endParaRPr lang="en-US" altLang="ko-KR" sz="3200" b="1" dirty="0">
              <a:solidFill>
                <a:srgbClr val="FFCC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Tahoma" pitchFamily="34" charset="0"/>
            </a:endParaRPr>
          </a:p>
          <a:p>
            <a:pPr algn="ctr">
              <a:lnSpc>
                <a:spcPct val="50000"/>
              </a:lnSpc>
            </a:pPr>
            <a:endParaRPr lang="en-US" altLang="ko-KR" sz="3200" b="1" dirty="0">
              <a:solidFill>
                <a:srgbClr val="FFCC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Tahoma" pitchFamily="34" charset="0"/>
            </a:endParaRPr>
          </a:p>
          <a:p>
            <a:pPr algn="ctr">
              <a:lnSpc>
                <a:spcPct val="50000"/>
              </a:lnSpc>
            </a:pPr>
            <a:r>
              <a:rPr lang="ko-KR" altLang="en-US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어떻게 진행되는가</a:t>
            </a:r>
            <a:r>
              <a:rPr lang="en-US" altLang="ko-KR" sz="32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607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0" y="0"/>
            <a:ext cx="9906000" cy="5984875"/>
          </a:xfrm>
          <a:custGeom>
            <a:avLst/>
            <a:gdLst/>
            <a:ahLst/>
            <a:cxnLst/>
            <a:rect l="l" t="t" r="r" b="b"/>
            <a:pathLst>
              <a:path w="9168360" h="5984896">
                <a:moveTo>
                  <a:pt x="0" y="0"/>
                </a:moveTo>
                <a:lnTo>
                  <a:pt x="9168360" y="0"/>
                </a:lnTo>
                <a:lnTo>
                  <a:pt x="9168360" y="5325882"/>
                </a:lnTo>
                <a:cubicBezTo>
                  <a:pt x="8527435" y="5030274"/>
                  <a:pt x="7818888" y="4683385"/>
                  <a:pt x="7116841" y="4707061"/>
                </a:cubicBezTo>
                <a:cubicBezTo>
                  <a:pt x="5894055" y="4748299"/>
                  <a:pt x="4292958" y="5886816"/>
                  <a:pt x="3114996" y="5976463"/>
                </a:cubicBezTo>
                <a:cubicBezTo>
                  <a:pt x="1937034" y="6066110"/>
                  <a:pt x="791345" y="5415272"/>
                  <a:pt x="49067" y="5244943"/>
                </a:cubicBezTo>
                <a:lnTo>
                  <a:pt x="0" y="5235365"/>
                </a:lnTo>
                <a:close/>
              </a:path>
            </a:pathLst>
          </a:custGeom>
          <a:solidFill>
            <a:srgbClr val="17375E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kern="0">
              <a:solidFill>
                <a:sysClr val="window" lastClr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153" y="914400"/>
            <a:ext cx="98908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프로젝트를 </a:t>
            </a: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수행할 환경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만들어</a:t>
            </a:r>
            <a:endParaRPr kumimoji="0" lang="en-US" altLang="ko-KR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u="sng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수행범위를 정의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하고 고객과 합의하여 </a:t>
            </a:r>
            <a:endParaRPr kumimoji="0" lang="en-US" altLang="ko-KR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계약을 완료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시키는 단계</a:t>
            </a: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</a:t>
            </a:r>
            <a:endParaRPr kumimoji="0" lang="en-US" altLang="ko-KR" sz="8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71477" y="5029200"/>
            <a:ext cx="144783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5400" b="1" kern="0" dirty="0">
                <a:solidFill>
                  <a:srgbClr val="F79646">
                    <a:lumMod val="75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착수</a:t>
            </a:r>
          </a:p>
        </p:txBody>
      </p:sp>
    </p:spTree>
    <p:extLst>
      <p:ext uri="{BB962C8B-B14F-4D97-AF65-F5344CB8AC3E}">
        <p14:creationId xmlns:p14="http://schemas.microsoft.com/office/powerpoint/2010/main" val="389049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0" y="0"/>
            <a:ext cx="9906000" cy="5984875"/>
          </a:xfrm>
          <a:custGeom>
            <a:avLst/>
            <a:gdLst/>
            <a:ahLst/>
            <a:cxnLst/>
            <a:rect l="l" t="t" r="r" b="b"/>
            <a:pathLst>
              <a:path w="9168360" h="5984896">
                <a:moveTo>
                  <a:pt x="0" y="0"/>
                </a:moveTo>
                <a:lnTo>
                  <a:pt x="9168360" y="0"/>
                </a:lnTo>
                <a:lnTo>
                  <a:pt x="9168360" y="5325882"/>
                </a:lnTo>
                <a:cubicBezTo>
                  <a:pt x="8527435" y="5030274"/>
                  <a:pt x="7818888" y="4683385"/>
                  <a:pt x="7116841" y="4707061"/>
                </a:cubicBezTo>
                <a:cubicBezTo>
                  <a:pt x="5894055" y="4748299"/>
                  <a:pt x="4292958" y="5886816"/>
                  <a:pt x="3114996" y="5976463"/>
                </a:cubicBezTo>
                <a:cubicBezTo>
                  <a:pt x="1937034" y="6066110"/>
                  <a:pt x="791345" y="5415272"/>
                  <a:pt x="49067" y="5244943"/>
                </a:cubicBezTo>
                <a:lnTo>
                  <a:pt x="0" y="5235365"/>
                </a:lnTo>
                <a:close/>
              </a:path>
            </a:pathLst>
          </a:custGeom>
          <a:solidFill>
            <a:srgbClr val="17375E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762000"/>
            <a:ext cx="990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kumimoji="0" lang="ko-KR" altLang="en-US" sz="3600" b="1" u="sng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각 </a:t>
            </a:r>
            <a:r>
              <a:rPr kumimoji="0" lang="ko-KR" altLang="en-US" sz="3600" b="1" kern="0" dirty="0" err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파트별로</a:t>
            </a:r>
            <a:r>
              <a:rPr kumimoji="0" lang="ko-KR" altLang="en-US" sz="3600" b="1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0" lang="ko-KR" altLang="en-US" sz="3600" b="1" u="sng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어떻게</a:t>
            </a:r>
            <a:r>
              <a:rPr kumimoji="0" lang="ko-KR" altLang="en-US" sz="3600" b="1" u="sng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0" lang="ko-KR" altLang="en-US" sz="3600" b="1" u="sng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구현할 것인지</a:t>
            </a: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kumimoji="0" lang="en-US" altLang="ko-KR" sz="3600" b="1" kern="0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결정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하고</a:t>
            </a: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타당성을 확인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단계</a:t>
            </a: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0332" y="5029200"/>
            <a:ext cx="144783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5400" b="1" kern="0" dirty="0">
                <a:solidFill>
                  <a:srgbClr val="F79646">
                    <a:lumMod val="75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214956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0" y="0"/>
            <a:ext cx="9906000" cy="5984875"/>
          </a:xfrm>
          <a:custGeom>
            <a:avLst/>
            <a:gdLst/>
            <a:ahLst/>
            <a:cxnLst/>
            <a:rect l="l" t="t" r="r" b="b"/>
            <a:pathLst>
              <a:path w="9168360" h="5984896">
                <a:moveTo>
                  <a:pt x="0" y="0"/>
                </a:moveTo>
                <a:lnTo>
                  <a:pt x="9168360" y="0"/>
                </a:lnTo>
                <a:lnTo>
                  <a:pt x="9168360" y="5325882"/>
                </a:lnTo>
                <a:cubicBezTo>
                  <a:pt x="8527435" y="5030274"/>
                  <a:pt x="7818888" y="4683385"/>
                  <a:pt x="7116841" y="4707061"/>
                </a:cubicBezTo>
                <a:cubicBezTo>
                  <a:pt x="5894055" y="4748299"/>
                  <a:pt x="4292958" y="5886816"/>
                  <a:pt x="3114996" y="5976463"/>
                </a:cubicBezTo>
                <a:cubicBezTo>
                  <a:pt x="1937034" y="6066110"/>
                  <a:pt x="791345" y="5415272"/>
                  <a:pt x="49067" y="5244943"/>
                </a:cubicBezTo>
                <a:lnTo>
                  <a:pt x="0" y="5235365"/>
                </a:lnTo>
                <a:close/>
              </a:path>
            </a:pathLst>
          </a:custGeom>
          <a:solidFill>
            <a:srgbClr val="17375E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85800"/>
            <a:ext cx="990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kumimoji="0" lang="ko-KR" altLang="en-US" sz="3600" b="1" kern="0" dirty="0" err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파트별로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된</a:t>
            </a:r>
            <a:endParaRPr kumimoji="0" lang="en-US" altLang="ko-KR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0" lang="ko-KR" altLang="en-US" sz="3600" b="1" u="sng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수행범위를 개발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하고 </a:t>
            </a:r>
            <a:endParaRPr kumimoji="0" lang="en-US" altLang="ko-KR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TF</a:t>
            </a: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프로젝트에 전념할 수 있게 </a:t>
            </a:r>
            <a:endParaRPr kumimoji="0" lang="en-US" altLang="ko-KR" sz="3600" b="1" kern="0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단계</a:t>
            </a: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1664" y="5029200"/>
            <a:ext cx="144783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5400" b="1" kern="0" dirty="0">
                <a:solidFill>
                  <a:srgbClr val="F79646">
                    <a:lumMod val="75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94128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0" y="0"/>
            <a:ext cx="9906000" cy="5984875"/>
          </a:xfrm>
          <a:custGeom>
            <a:avLst/>
            <a:gdLst/>
            <a:ahLst/>
            <a:cxnLst/>
            <a:rect l="l" t="t" r="r" b="b"/>
            <a:pathLst>
              <a:path w="9168360" h="5984896">
                <a:moveTo>
                  <a:pt x="0" y="0"/>
                </a:moveTo>
                <a:lnTo>
                  <a:pt x="9168360" y="0"/>
                </a:lnTo>
                <a:lnTo>
                  <a:pt x="9168360" y="5325882"/>
                </a:lnTo>
                <a:cubicBezTo>
                  <a:pt x="8527435" y="5030274"/>
                  <a:pt x="7818888" y="4683385"/>
                  <a:pt x="7116841" y="4707061"/>
                </a:cubicBezTo>
                <a:cubicBezTo>
                  <a:pt x="5894055" y="4748299"/>
                  <a:pt x="4292958" y="5886816"/>
                  <a:pt x="3114996" y="5976463"/>
                </a:cubicBezTo>
                <a:cubicBezTo>
                  <a:pt x="1937034" y="6066110"/>
                  <a:pt x="791345" y="5415272"/>
                  <a:pt x="49067" y="5244943"/>
                </a:cubicBezTo>
                <a:lnTo>
                  <a:pt x="0" y="5235365"/>
                </a:lnTo>
                <a:close/>
              </a:path>
            </a:pathLst>
          </a:custGeom>
          <a:solidFill>
            <a:srgbClr val="17375E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1144250"/>
            <a:ext cx="990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검수기준을 마련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하여 </a:t>
            </a:r>
            <a:r>
              <a:rPr kumimoji="0" lang="ko-KR" altLang="en-US" sz="3600" b="1" u="sng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수행범위가</a:t>
            </a:r>
            <a:r>
              <a:rPr kumimoji="0" lang="ko-KR" altLang="en-US" sz="3600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kumimoji="0" lang="en-US" altLang="ko-KR" sz="3600" kern="0" dirty="0">
              <a:solidFill>
                <a:srgbClr val="FFC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u="sng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올바로 개발 되었는지</a:t>
            </a: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확인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단계</a:t>
            </a: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1664" y="5029200"/>
            <a:ext cx="144783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5400" b="1" kern="0" dirty="0">
                <a:solidFill>
                  <a:srgbClr val="F79646">
                    <a:lumMod val="75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</a:t>
            </a:r>
          </a:p>
        </p:txBody>
      </p:sp>
    </p:spTree>
    <p:extLst>
      <p:ext uri="{BB962C8B-B14F-4D97-AF65-F5344CB8AC3E}">
        <p14:creationId xmlns:p14="http://schemas.microsoft.com/office/powerpoint/2010/main" val="378582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0" y="0"/>
            <a:ext cx="9906000" cy="5984875"/>
          </a:xfrm>
          <a:custGeom>
            <a:avLst/>
            <a:gdLst/>
            <a:ahLst/>
            <a:cxnLst/>
            <a:rect l="l" t="t" r="r" b="b"/>
            <a:pathLst>
              <a:path w="9168360" h="5984896">
                <a:moveTo>
                  <a:pt x="0" y="0"/>
                </a:moveTo>
                <a:lnTo>
                  <a:pt x="9168360" y="0"/>
                </a:lnTo>
                <a:lnTo>
                  <a:pt x="9168360" y="5325882"/>
                </a:lnTo>
                <a:cubicBezTo>
                  <a:pt x="8527435" y="5030274"/>
                  <a:pt x="7818888" y="4683385"/>
                  <a:pt x="7116841" y="4707061"/>
                </a:cubicBezTo>
                <a:cubicBezTo>
                  <a:pt x="5894055" y="4748299"/>
                  <a:pt x="4292958" y="5886816"/>
                  <a:pt x="3114996" y="5976463"/>
                </a:cubicBezTo>
                <a:cubicBezTo>
                  <a:pt x="1937034" y="6066110"/>
                  <a:pt x="791345" y="5415272"/>
                  <a:pt x="49067" y="5244943"/>
                </a:cubicBezTo>
                <a:lnTo>
                  <a:pt x="0" y="5235365"/>
                </a:lnTo>
                <a:close/>
              </a:path>
            </a:pathLst>
          </a:custGeom>
          <a:solidFill>
            <a:srgbClr val="17375E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1144250"/>
            <a:ext cx="990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kumimoji="0" lang="ko-KR" altLang="en-US" sz="3600" b="1" u="sng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수행범위를 </a:t>
            </a:r>
            <a:r>
              <a:rPr kumimoji="0" lang="ko-KR" altLang="en-US" sz="3600" b="1" u="sng" kern="0" dirty="0" err="1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오픈</a:t>
            </a:r>
            <a:r>
              <a:rPr kumimoji="0" lang="ko-KR" altLang="en-US" sz="3600" kern="0" dirty="0" err="1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하고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고객과의 합의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통해</a:t>
            </a:r>
            <a:endParaRPr kumimoji="0" lang="en-US" altLang="ko-KR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종료</a:t>
            </a:r>
            <a:r>
              <a:rPr kumimoji="0" lang="ko-KR" altLang="en-US" sz="3600" b="1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r>
              <a:rPr kumimoji="0" lang="ko-KR" altLang="en-US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공식화하는 단계</a:t>
            </a:r>
            <a:r>
              <a:rPr kumimoji="0" lang="en-US" altLang="ko-KR" sz="3600" kern="0" dirty="0">
                <a:solidFill>
                  <a:srgbClr val="4F81BD">
                    <a:lumMod val="20000"/>
                    <a:lumOff val="80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</a:t>
            </a:r>
            <a:endParaRPr kumimoji="0" lang="ko-KR" altLang="en-US" sz="3600" kern="0" dirty="0">
              <a:solidFill>
                <a:srgbClr val="4F81BD">
                  <a:lumMod val="20000"/>
                  <a:lumOff val="80000"/>
                </a:srgb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2998" y="5029200"/>
            <a:ext cx="144783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5400" b="1" kern="0" dirty="0">
                <a:solidFill>
                  <a:srgbClr val="F79646">
                    <a:lumMod val="75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61835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-7620" y="-27384"/>
            <a:ext cx="9919252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4559527" y="1571612"/>
            <a:ext cx="36284" cy="3397810"/>
          </a:xfrm>
          <a:prstGeom prst="line">
            <a:avLst/>
          </a:prstGeom>
          <a:noFill/>
          <a:ln w="76200">
            <a:solidFill>
              <a:srgbClr val="FFC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3452802" y="1239405"/>
            <a:ext cx="2571768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r>
              <a:rPr lang="en-US" altLang="ko-KR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PJT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정의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848738" y="1359487"/>
            <a:ext cx="1532494" cy="4080357"/>
            <a:chOff x="848738" y="1048752"/>
            <a:chExt cx="1532494" cy="4080357"/>
          </a:xfrm>
        </p:grpSpPr>
        <p:sp>
          <p:nvSpPr>
            <p:cNvPr id="8" name="TextBox 7"/>
            <p:cNvSpPr txBox="1"/>
            <p:nvPr/>
          </p:nvSpPr>
          <p:spPr>
            <a:xfrm>
              <a:off x="881034" y="1048752"/>
              <a:ext cx="1500198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착수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72960" y="1989661"/>
              <a:ext cx="1500198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ko-KR" altLang="en-US" sz="2800" b="1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설계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4886" y="2918355"/>
              <a:ext cx="1500198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구현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56812" y="3847049"/>
              <a:ext cx="1500198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검수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48738" y="4775743"/>
              <a:ext cx="1500198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종료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</p:grpSp>
      <p:sp>
        <p:nvSpPr>
          <p:cNvPr id="16" name="AutoShape 71"/>
          <p:cNvSpPr>
            <a:spLocks noChangeArrowheads="1"/>
          </p:cNvSpPr>
          <p:nvPr/>
        </p:nvSpPr>
        <p:spPr bwMode="auto">
          <a:xfrm>
            <a:off x="3452802" y="2168099"/>
            <a:ext cx="4714908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정의된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어떻게 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만들것인지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설계</a:t>
            </a:r>
          </a:p>
        </p:txBody>
      </p:sp>
      <p:sp>
        <p:nvSpPr>
          <p:cNvPr id="17" name="AutoShape 71"/>
          <p:cNvSpPr>
            <a:spLocks noChangeArrowheads="1"/>
          </p:cNvSpPr>
          <p:nvPr/>
        </p:nvSpPr>
        <p:spPr bwMode="auto">
          <a:xfrm>
            <a:off x="3452802" y="3168231"/>
            <a:ext cx="3857652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파트별로</a:t>
            </a:r>
            <a:r>
              <a:rPr lang="ko-KR" altLang="en-US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구현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AutoShape 71"/>
          <p:cNvSpPr>
            <a:spLocks noChangeArrowheads="1"/>
          </p:cNvSpPr>
          <p:nvPr/>
        </p:nvSpPr>
        <p:spPr bwMode="auto">
          <a:xfrm>
            <a:off x="3452802" y="4096925"/>
            <a:ext cx="5500726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정상적으로 만들어 졌는지 검수</a:t>
            </a:r>
          </a:p>
        </p:txBody>
      </p:sp>
      <p:sp>
        <p:nvSpPr>
          <p:cNvPr id="19" name="AutoShape 71"/>
          <p:cNvSpPr>
            <a:spLocks noChangeArrowheads="1"/>
          </p:cNvSpPr>
          <p:nvPr/>
        </p:nvSpPr>
        <p:spPr bwMode="auto">
          <a:xfrm>
            <a:off x="3452802" y="4974186"/>
            <a:ext cx="2714644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납품</a:t>
            </a:r>
          </a:p>
        </p:txBody>
      </p:sp>
      <p:cxnSp>
        <p:nvCxnSpPr>
          <p:cNvPr id="34" name="직선 연결선 33"/>
          <p:cNvCxnSpPr/>
          <p:nvPr/>
        </p:nvCxnSpPr>
        <p:spPr bwMode="auto">
          <a:xfrm>
            <a:off x="2085002" y="1453719"/>
            <a:ext cx="1357322" cy="1588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직선 연결선 35"/>
          <p:cNvCxnSpPr/>
          <p:nvPr/>
        </p:nvCxnSpPr>
        <p:spPr bwMode="auto">
          <a:xfrm>
            <a:off x="2087860" y="2382413"/>
            <a:ext cx="1357322" cy="1588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직선 연결선 36"/>
          <p:cNvCxnSpPr/>
          <p:nvPr/>
        </p:nvCxnSpPr>
        <p:spPr bwMode="auto">
          <a:xfrm>
            <a:off x="2098338" y="3380957"/>
            <a:ext cx="1357322" cy="1588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직선 연결선 37"/>
          <p:cNvCxnSpPr/>
          <p:nvPr/>
        </p:nvCxnSpPr>
        <p:spPr bwMode="auto">
          <a:xfrm>
            <a:off x="2093576" y="4318541"/>
            <a:ext cx="1357322" cy="1588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직선 연결선 38"/>
          <p:cNvCxnSpPr/>
          <p:nvPr/>
        </p:nvCxnSpPr>
        <p:spPr bwMode="auto">
          <a:xfrm>
            <a:off x="2104054" y="5166907"/>
            <a:ext cx="1357322" cy="1588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0" y="0"/>
            <a:ext cx="9906000" cy="1107996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 프로젝트의 주요 프로세스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35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-7620" y="-27384"/>
            <a:ext cx="9919252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3452802" y="1239405"/>
            <a:ext cx="2571768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r>
              <a:rPr lang="en-US" altLang="ko-KR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PJT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정의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200472" y="1359487"/>
            <a:ext cx="3600400" cy="4080357"/>
            <a:chOff x="200472" y="1048752"/>
            <a:chExt cx="2808312" cy="4080357"/>
          </a:xfrm>
        </p:grpSpPr>
        <p:sp>
          <p:nvSpPr>
            <p:cNvPr id="8" name="TextBox 7"/>
            <p:cNvSpPr txBox="1"/>
            <p:nvPr/>
          </p:nvSpPr>
          <p:spPr>
            <a:xfrm>
              <a:off x="206209" y="1048752"/>
              <a:ext cx="1911726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ko-KR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RFP</a:t>
              </a: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분석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06166" y="1989661"/>
              <a:ext cx="1847792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제안전략수립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0472" y="2918356"/>
              <a:ext cx="2808312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제안서</a:t>
              </a:r>
              <a:r>
                <a:rPr lang="en-US" altLang="ko-KR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(</a:t>
              </a: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시안</a:t>
              </a:r>
              <a:r>
                <a:rPr lang="en-US" altLang="ko-KR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)</a:t>
              </a: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제작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0472" y="3847049"/>
              <a:ext cx="2536817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ko-KR" altLang="en-US" sz="2800" b="1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제안서</a:t>
              </a:r>
              <a:r>
                <a:rPr lang="en-US" altLang="ko-KR" sz="2800" b="1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(</a:t>
              </a:r>
              <a:r>
                <a:rPr lang="ko-KR" altLang="en-US" sz="2800" b="1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시안</a:t>
              </a:r>
              <a:r>
                <a:rPr lang="en-US" altLang="ko-KR" sz="2800" b="1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)</a:t>
              </a:r>
              <a:r>
                <a:rPr lang="ko-KR" altLang="en-US" sz="2800" b="1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리뷰 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6638" y="4775743"/>
              <a:ext cx="1500198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ko-KR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PT(</a:t>
              </a: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제출</a:t>
              </a:r>
              <a:r>
                <a:rPr lang="en-US" altLang="ko-KR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)</a:t>
              </a:r>
            </a:p>
          </p:txBody>
        </p:sp>
      </p:grpSp>
      <p:sp>
        <p:nvSpPr>
          <p:cNvPr id="16" name="AutoShape 71"/>
          <p:cNvSpPr>
            <a:spLocks noChangeArrowheads="1"/>
          </p:cNvSpPr>
          <p:nvPr/>
        </p:nvSpPr>
        <p:spPr bwMode="auto">
          <a:xfrm>
            <a:off x="3452802" y="2168099"/>
            <a:ext cx="4714908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정의된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어떻게 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만들것인지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설계</a:t>
            </a:r>
          </a:p>
        </p:txBody>
      </p:sp>
      <p:sp>
        <p:nvSpPr>
          <p:cNvPr id="19" name="AutoShape 71"/>
          <p:cNvSpPr>
            <a:spLocks noChangeArrowheads="1"/>
          </p:cNvSpPr>
          <p:nvPr/>
        </p:nvSpPr>
        <p:spPr bwMode="auto">
          <a:xfrm>
            <a:off x="3452802" y="4974186"/>
            <a:ext cx="2714644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납품</a:t>
            </a:r>
          </a:p>
        </p:txBody>
      </p:sp>
      <p:cxnSp>
        <p:nvCxnSpPr>
          <p:cNvPr id="34" name="직선 연결선 33"/>
          <p:cNvCxnSpPr/>
          <p:nvPr/>
        </p:nvCxnSpPr>
        <p:spPr bwMode="auto">
          <a:xfrm>
            <a:off x="2085002" y="1453719"/>
            <a:ext cx="1357322" cy="1588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직선 연결선 38"/>
          <p:cNvCxnSpPr/>
          <p:nvPr/>
        </p:nvCxnSpPr>
        <p:spPr bwMode="auto">
          <a:xfrm>
            <a:off x="2104054" y="5166907"/>
            <a:ext cx="1357322" cy="1588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0" y="0"/>
            <a:ext cx="9906000" cy="1107996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 프로젝트의 주요 프로세스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4" name="직선 연결선 13"/>
          <p:cNvCxnSpPr>
            <a:endCxn id="16" idx="1"/>
          </p:cNvCxnSpPr>
          <p:nvPr/>
        </p:nvCxnSpPr>
        <p:spPr bwMode="auto">
          <a:xfrm>
            <a:off x="2576736" y="2372410"/>
            <a:ext cx="876066" cy="1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직선 연결선 27"/>
          <p:cNvCxnSpPr/>
          <p:nvPr/>
        </p:nvCxnSpPr>
        <p:spPr bwMode="auto">
          <a:xfrm>
            <a:off x="3132898" y="3336823"/>
            <a:ext cx="876066" cy="1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AutoShape 71"/>
          <p:cNvSpPr>
            <a:spLocks noChangeArrowheads="1"/>
          </p:cNvSpPr>
          <p:nvPr/>
        </p:nvSpPr>
        <p:spPr bwMode="auto">
          <a:xfrm>
            <a:off x="3452802" y="3168231"/>
            <a:ext cx="3857652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파트별로</a:t>
            </a:r>
            <a:r>
              <a:rPr lang="ko-KR" altLang="en-US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구현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0" name="직선 연결선 29"/>
          <p:cNvCxnSpPr>
            <a:cxnSpLocks/>
          </p:cNvCxnSpPr>
          <p:nvPr/>
        </p:nvCxnSpPr>
        <p:spPr bwMode="auto">
          <a:xfrm>
            <a:off x="3199076" y="4293096"/>
            <a:ext cx="524600" cy="0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AutoShape 71"/>
          <p:cNvSpPr>
            <a:spLocks noChangeArrowheads="1"/>
          </p:cNvSpPr>
          <p:nvPr/>
        </p:nvSpPr>
        <p:spPr bwMode="auto">
          <a:xfrm>
            <a:off x="3452802" y="4096925"/>
            <a:ext cx="5500726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정상적으로 만들어 졌는지 검수</a:t>
            </a:r>
          </a:p>
        </p:txBody>
      </p:sp>
    </p:spTree>
    <p:extLst>
      <p:ext uri="{BB962C8B-B14F-4D97-AF65-F5344CB8AC3E}">
        <p14:creationId xmlns:p14="http://schemas.microsoft.com/office/powerpoint/2010/main" val="147347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-7620" y="-27384"/>
            <a:ext cx="9919252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200472" y="1359487"/>
            <a:ext cx="3600400" cy="4080357"/>
            <a:chOff x="200472" y="1048752"/>
            <a:chExt cx="2808312" cy="4080357"/>
          </a:xfrm>
        </p:grpSpPr>
        <p:sp>
          <p:nvSpPr>
            <p:cNvPr id="8" name="TextBox 7"/>
            <p:cNvSpPr txBox="1"/>
            <p:nvPr/>
          </p:nvSpPr>
          <p:spPr>
            <a:xfrm>
              <a:off x="213414" y="1048752"/>
              <a:ext cx="1911726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운영범위확인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06166" y="1989661"/>
              <a:ext cx="2281598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운영계획서 작성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0472" y="2918356"/>
              <a:ext cx="2808312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운영업무 실행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0472" y="3847049"/>
              <a:ext cx="2287292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서비스 적용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7822" y="4775743"/>
              <a:ext cx="2331632" cy="3533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ko-KR" altLang="en-US" sz="2800" b="1" dirty="0">
                  <a:solidFill>
                    <a:srgbClr val="FFCC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Tahoma" pitchFamily="34" charset="0"/>
                </a:rPr>
                <a:t>운영보고서 제출</a:t>
              </a:r>
              <a:endParaRPr lang="en-US" altLang="ko-KR" sz="2800" b="1" dirty="0">
                <a:solidFill>
                  <a:srgbClr val="FFCC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ahoma" pitchFamily="34" charset="0"/>
              </a:endParaRPr>
            </a:p>
          </p:txBody>
        </p:sp>
      </p:grpSp>
      <p:cxnSp>
        <p:nvCxnSpPr>
          <p:cNvPr id="34" name="직선 연결선 33"/>
          <p:cNvCxnSpPr/>
          <p:nvPr/>
        </p:nvCxnSpPr>
        <p:spPr bwMode="auto">
          <a:xfrm>
            <a:off x="2443550" y="1453719"/>
            <a:ext cx="1357322" cy="1588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0" y="0"/>
            <a:ext cx="9906000" cy="1107996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 프로젝트의 주요 프로세스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8" name="직선 연결선 27"/>
          <p:cNvCxnSpPr/>
          <p:nvPr/>
        </p:nvCxnSpPr>
        <p:spPr bwMode="auto">
          <a:xfrm>
            <a:off x="2720752" y="3336823"/>
            <a:ext cx="876066" cy="1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AutoShape 71"/>
          <p:cNvSpPr>
            <a:spLocks noChangeArrowheads="1"/>
          </p:cNvSpPr>
          <p:nvPr/>
        </p:nvSpPr>
        <p:spPr bwMode="auto">
          <a:xfrm>
            <a:off x="3452802" y="3168231"/>
            <a:ext cx="3857652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설계한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파트별로</a:t>
            </a:r>
            <a:r>
              <a:rPr lang="ko-KR" altLang="en-US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구현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0" name="직선 연결선 29"/>
          <p:cNvCxnSpPr>
            <a:cxnSpLocks/>
          </p:cNvCxnSpPr>
          <p:nvPr/>
        </p:nvCxnSpPr>
        <p:spPr bwMode="auto">
          <a:xfrm>
            <a:off x="2700208" y="4334466"/>
            <a:ext cx="1172672" cy="0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AutoShape 71"/>
          <p:cNvSpPr>
            <a:spLocks noChangeArrowheads="1"/>
          </p:cNvSpPr>
          <p:nvPr/>
        </p:nvSpPr>
        <p:spPr bwMode="auto">
          <a:xfrm>
            <a:off x="3452802" y="4096925"/>
            <a:ext cx="5500726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정상적으로 만들어 졌는지 검수</a:t>
            </a:r>
          </a:p>
        </p:txBody>
      </p:sp>
      <p:cxnSp>
        <p:nvCxnSpPr>
          <p:cNvPr id="21" name="직선 연결선 20"/>
          <p:cNvCxnSpPr/>
          <p:nvPr/>
        </p:nvCxnSpPr>
        <p:spPr bwMode="auto">
          <a:xfrm>
            <a:off x="3023343" y="2372409"/>
            <a:ext cx="876066" cy="1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AutoShape 71"/>
          <p:cNvSpPr>
            <a:spLocks noChangeArrowheads="1"/>
          </p:cNvSpPr>
          <p:nvPr/>
        </p:nvSpPr>
        <p:spPr bwMode="auto">
          <a:xfrm>
            <a:off x="3452802" y="2168099"/>
            <a:ext cx="4714908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정의된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어떻게 </a:t>
            </a:r>
            <a:r>
              <a:rPr lang="ko-KR" altLang="en-US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만들것인지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설계</a:t>
            </a:r>
          </a:p>
        </p:txBody>
      </p:sp>
      <p:cxnSp>
        <p:nvCxnSpPr>
          <p:cNvPr id="22" name="직선 연결선 21"/>
          <p:cNvCxnSpPr/>
          <p:nvPr/>
        </p:nvCxnSpPr>
        <p:spPr bwMode="auto">
          <a:xfrm>
            <a:off x="3029931" y="5178497"/>
            <a:ext cx="876066" cy="1"/>
          </a:xfrm>
          <a:prstGeom prst="line">
            <a:avLst/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AutoShape 71"/>
          <p:cNvSpPr>
            <a:spLocks noChangeArrowheads="1"/>
          </p:cNvSpPr>
          <p:nvPr/>
        </p:nvSpPr>
        <p:spPr bwMode="auto">
          <a:xfrm>
            <a:off x="3452802" y="4974186"/>
            <a:ext cx="2714644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검수한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납품</a:t>
            </a: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3452802" y="1239405"/>
            <a:ext cx="2571768" cy="40862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r>
              <a:rPr lang="en-US" altLang="ko-KR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PJT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ko-KR" altLang="en-US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</a:t>
            </a:r>
            <a:r>
              <a:rPr lang="ko-KR" altLang="en-US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정의</a:t>
            </a:r>
          </a:p>
        </p:txBody>
      </p:sp>
    </p:spTree>
    <p:extLst>
      <p:ext uri="{BB962C8B-B14F-4D97-AF65-F5344CB8AC3E}">
        <p14:creationId xmlns:p14="http://schemas.microsoft.com/office/powerpoint/2010/main" val="353306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-7620" y="-27384"/>
            <a:ext cx="9919252" cy="6885384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0" y="476672"/>
            <a:ext cx="9906000" cy="1107996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수행범위의 중요성</a:t>
            </a:r>
            <a:r>
              <a:rPr lang="en-US" altLang="ko-KR" sz="2800" b="1" dirty="0">
                <a:solidFill>
                  <a:srgbClr val="FFC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ko-KR" altLang="en-US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</a:t>
            </a:r>
            <a:endParaRPr lang="en-US" altLang="ko-KR" sz="2400" b="1" dirty="0">
              <a:solidFill>
                <a:srgbClr val="FFFF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1" name="Group 30"/>
          <p:cNvGrpSpPr>
            <a:grpSpLocks/>
          </p:cNvGrpSpPr>
          <p:nvPr/>
        </p:nvGrpSpPr>
        <p:grpSpPr bwMode="auto">
          <a:xfrm>
            <a:off x="560512" y="1412776"/>
            <a:ext cx="8856984" cy="3312368"/>
            <a:chOff x="666" y="2064"/>
            <a:chExt cx="4518" cy="1832"/>
          </a:xfrm>
        </p:grpSpPr>
        <p:sp>
          <p:nvSpPr>
            <p:cNvPr id="22" name="AutoShape 21"/>
            <p:cNvSpPr>
              <a:spLocks noChangeArrowheads="1"/>
            </p:cNvSpPr>
            <p:nvPr/>
          </p:nvSpPr>
          <p:spPr bwMode="auto">
            <a:xfrm rot="-5400000">
              <a:off x="319" y="2411"/>
              <a:ext cx="1832" cy="1138"/>
            </a:xfrm>
            <a:prstGeom prst="parallelogram">
              <a:avLst>
                <a:gd name="adj" fmla="val 20794"/>
              </a:avLst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lIns="0" tIns="55184" rIns="110369" bIns="55184" anchor="ctr"/>
            <a:lstStyle>
              <a:lvl1pPr marL="123825" indent="-123825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buSzPct val="120000"/>
              </a:pPr>
              <a:r>
                <a:rPr kumimoji="0" lang="ko-KR" altLang="en-US" sz="2800" b="1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계약의 근거</a:t>
              </a:r>
            </a:p>
          </p:txBody>
        </p:sp>
        <p:sp>
          <p:nvSpPr>
            <p:cNvPr id="23" name="AutoShape 22"/>
            <p:cNvSpPr>
              <a:spLocks noChangeArrowheads="1"/>
            </p:cNvSpPr>
            <p:nvPr/>
          </p:nvSpPr>
          <p:spPr bwMode="auto">
            <a:xfrm rot="5400000" flipH="1">
              <a:off x="1440" y="2411"/>
              <a:ext cx="1832" cy="1137"/>
            </a:xfrm>
            <a:prstGeom prst="parallelogram">
              <a:avLst>
                <a:gd name="adj" fmla="val 20812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rot="10800000" vert="eaVert" lIns="0" tIns="55184" rIns="110369" bIns="55184" anchor="ctr"/>
            <a:lstStyle>
              <a:lvl1pPr marL="123825" indent="-123825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buSzPct val="120000"/>
              </a:pPr>
              <a:r>
                <a:rPr kumimoji="0" lang="ko-KR" altLang="en-US" sz="2800" b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설계의 근거</a:t>
              </a:r>
            </a:p>
          </p:txBody>
        </p:sp>
        <p:sp>
          <p:nvSpPr>
            <p:cNvPr id="24" name="AutoShape 23"/>
            <p:cNvSpPr>
              <a:spLocks noChangeArrowheads="1"/>
            </p:cNvSpPr>
            <p:nvPr/>
          </p:nvSpPr>
          <p:spPr bwMode="auto">
            <a:xfrm rot="-5400000">
              <a:off x="2579" y="2411"/>
              <a:ext cx="1832" cy="1138"/>
            </a:xfrm>
            <a:prstGeom prst="parallelogram">
              <a:avLst>
                <a:gd name="adj" fmla="val 20794"/>
              </a:avLst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lIns="0" tIns="55184" rIns="110369" bIns="55184" anchor="ctr"/>
            <a:lstStyle>
              <a:lvl1pPr marL="123825" indent="-123825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buSzPct val="120000"/>
              </a:pPr>
              <a:r>
                <a:rPr kumimoji="0" lang="ko-KR" altLang="en-US" sz="2800" b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구현의 근거</a:t>
              </a:r>
            </a:p>
          </p:txBody>
        </p:sp>
        <p:sp>
          <p:nvSpPr>
            <p:cNvPr id="25" name="AutoShape 24"/>
            <p:cNvSpPr>
              <a:spLocks noChangeArrowheads="1"/>
            </p:cNvSpPr>
            <p:nvPr/>
          </p:nvSpPr>
          <p:spPr bwMode="auto">
            <a:xfrm rot="5400000" flipH="1">
              <a:off x="3700" y="2411"/>
              <a:ext cx="1832" cy="1137"/>
            </a:xfrm>
            <a:prstGeom prst="parallelogram">
              <a:avLst>
                <a:gd name="adj" fmla="val 20812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rot="10800000" vert="eaVert" lIns="0" tIns="55184" rIns="110369" bIns="55184" anchor="ctr"/>
            <a:lstStyle>
              <a:lvl1pPr marL="123825" indent="-123825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defTabSz="990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defTabSz="990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buSzPct val="120000"/>
              </a:pPr>
              <a:r>
                <a:rPr kumimoji="0" lang="ko-KR" altLang="en-US" sz="2800" b="1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검수의 근거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395618" y="4691247"/>
            <a:ext cx="10599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rgbClr val="F79646">
                    <a:lumMod val="75000"/>
                  </a:srgb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폭포수 방법론</a:t>
            </a:r>
          </a:p>
        </p:txBody>
      </p:sp>
    </p:spTree>
    <p:extLst>
      <p:ext uri="{BB962C8B-B14F-4D97-AF65-F5344CB8AC3E}">
        <p14:creationId xmlns:p14="http://schemas.microsoft.com/office/powerpoint/2010/main" val="240536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연결선: 꺾임 133">
            <a:extLst>
              <a:ext uri="{FF2B5EF4-FFF2-40B4-BE49-F238E27FC236}">
                <a16:creationId xmlns:a16="http://schemas.microsoft.com/office/drawing/2014/main" id="{07E9F016-2827-4B30-8BC2-19501192B2A1}"/>
              </a:ext>
            </a:extLst>
          </p:cNvPr>
          <p:cNvCxnSpPr>
            <a:cxnSpLocks/>
            <a:stCxn id="112" idx="2"/>
            <a:endCxn id="118" idx="0"/>
          </p:cNvCxnSpPr>
          <p:nvPr/>
        </p:nvCxnSpPr>
        <p:spPr bwMode="auto">
          <a:xfrm rot="16200000" flipH="1">
            <a:off x="5023523" y="2006486"/>
            <a:ext cx="830001" cy="21006"/>
          </a:xfrm>
          <a:prstGeom prst="bentConnector3">
            <a:avLst>
              <a:gd name="adj1" fmla="val 50000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3959F3A4-5754-4828-B89C-DA1FB853132F}"/>
              </a:ext>
            </a:extLst>
          </p:cNvPr>
          <p:cNvCxnSpPr>
            <a:cxnSpLocks/>
            <a:stCxn id="120" idx="2"/>
            <a:endCxn id="127" idx="0"/>
          </p:cNvCxnSpPr>
          <p:nvPr/>
        </p:nvCxnSpPr>
        <p:spPr bwMode="auto">
          <a:xfrm rot="5400000">
            <a:off x="6671145" y="2390076"/>
            <a:ext cx="1772555" cy="172332"/>
          </a:xfrm>
          <a:prstGeom prst="bentConnector3">
            <a:avLst>
              <a:gd name="adj1" fmla="val 50000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A63A7956-D890-44B5-9358-623FE8B98029}"/>
              </a:ext>
            </a:extLst>
          </p:cNvPr>
          <p:cNvCxnSpPr>
            <a:cxnSpLocks/>
            <a:stCxn id="100" idx="2"/>
            <a:endCxn id="111" idx="0"/>
          </p:cNvCxnSpPr>
          <p:nvPr/>
        </p:nvCxnSpPr>
        <p:spPr bwMode="auto">
          <a:xfrm rot="5400000">
            <a:off x="1300468" y="3237930"/>
            <a:ext cx="3337747" cy="65865"/>
          </a:xfrm>
          <a:prstGeom prst="bentConnector3">
            <a:avLst>
              <a:gd name="adj1" fmla="val 50000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7" name="Line 8">
            <a:extLst>
              <a:ext uri="{FF2B5EF4-FFF2-40B4-BE49-F238E27FC236}">
                <a16:creationId xmlns:a16="http://schemas.microsoft.com/office/drawing/2014/main" id="{9F507364-E76A-426F-B254-D926FA1D00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741" y="1648389"/>
            <a:ext cx="0" cy="2431517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ko-KR" alt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7646126" y="381000"/>
            <a:ext cx="2106188" cy="252015"/>
            <a:chOff x="7466360" y="570797"/>
            <a:chExt cx="2106188" cy="252015"/>
          </a:xfrm>
        </p:grpSpPr>
        <p:sp>
          <p:nvSpPr>
            <p:cNvPr id="32" name="모서리가 둥근 직사각형 1"/>
            <p:cNvSpPr/>
            <p:nvPr/>
          </p:nvSpPr>
          <p:spPr>
            <a:xfrm rot="19800000">
              <a:off x="7466360" y="570797"/>
              <a:ext cx="544763" cy="191882"/>
            </a:xfrm>
            <a:custGeom>
              <a:avLst/>
              <a:gdLst>
                <a:gd name="connsiteX0" fmla="*/ 0 w 1085953"/>
                <a:gd name="connsiteY0" fmla="*/ 84011 h 504056"/>
                <a:gd name="connsiteX1" fmla="*/ 84011 w 1085953"/>
                <a:gd name="connsiteY1" fmla="*/ 0 h 504056"/>
                <a:gd name="connsiteX2" fmla="*/ 1001942 w 1085953"/>
                <a:gd name="connsiteY2" fmla="*/ 0 h 504056"/>
                <a:gd name="connsiteX3" fmla="*/ 1085953 w 1085953"/>
                <a:gd name="connsiteY3" fmla="*/ 84011 h 504056"/>
                <a:gd name="connsiteX4" fmla="*/ 1085953 w 1085953"/>
                <a:gd name="connsiteY4" fmla="*/ 420045 h 504056"/>
                <a:gd name="connsiteX5" fmla="*/ 1001942 w 1085953"/>
                <a:gd name="connsiteY5" fmla="*/ 504056 h 504056"/>
                <a:gd name="connsiteX6" fmla="*/ 84011 w 1085953"/>
                <a:gd name="connsiteY6" fmla="*/ 504056 h 504056"/>
                <a:gd name="connsiteX7" fmla="*/ 0 w 1085953"/>
                <a:gd name="connsiteY7" fmla="*/ 420045 h 504056"/>
                <a:gd name="connsiteX8" fmla="*/ 0 w 1085953"/>
                <a:gd name="connsiteY8" fmla="*/ 84011 h 504056"/>
                <a:gd name="connsiteX0" fmla="*/ 0 w 1085953"/>
                <a:gd name="connsiteY0" fmla="*/ 84568 h 504613"/>
                <a:gd name="connsiteX1" fmla="*/ 84011 w 1085953"/>
                <a:gd name="connsiteY1" fmla="*/ 557 h 504613"/>
                <a:gd name="connsiteX2" fmla="*/ 549258 w 1085953"/>
                <a:gd name="connsiteY2" fmla="*/ 0 h 504613"/>
                <a:gd name="connsiteX3" fmla="*/ 1001942 w 1085953"/>
                <a:gd name="connsiteY3" fmla="*/ 557 h 504613"/>
                <a:gd name="connsiteX4" fmla="*/ 1085953 w 1085953"/>
                <a:gd name="connsiteY4" fmla="*/ 84568 h 504613"/>
                <a:gd name="connsiteX5" fmla="*/ 1085953 w 1085953"/>
                <a:gd name="connsiteY5" fmla="*/ 420602 h 504613"/>
                <a:gd name="connsiteX6" fmla="*/ 1001942 w 1085953"/>
                <a:gd name="connsiteY6" fmla="*/ 504613 h 504613"/>
                <a:gd name="connsiteX7" fmla="*/ 84011 w 1085953"/>
                <a:gd name="connsiteY7" fmla="*/ 504613 h 504613"/>
                <a:gd name="connsiteX8" fmla="*/ 0 w 1085953"/>
                <a:gd name="connsiteY8" fmla="*/ 420602 h 504613"/>
                <a:gd name="connsiteX9" fmla="*/ 0 w 1085953"/>
                <a:gd name="connsiteY9" fmla="*/ 84568 h 504613"/>
                <a:gd name="connsiteX0" fmla="*/ 84011 w 1085953"/>
                <a:gd name="connsiteY0" fmla="*/ 557 h 504613"/>
                <a:gd name="connsiteX1" fmla="*/ 549258 w 1085953"/>
                <a:gd name="connsiteY1" fmla="*/ 0 h 504613"/>
                <a:gd name="connsiteX2" fmla="*/ 1001942 w 1085953"/>
                <a:gd name="connsiteY2" fmla="*/ 557 h 504613"/>
                <a:gd name="connsiteX3" fmla="*/ 1085953 w 1085953"/>
                <a:gd name="connsiteY3" fmla="*/ 84568 h 504613"/>
                <a:gd name="connsiteX4" fmla="*/ 1085953 w 1085953"/>
                <a:gd name="connsiteY4" fmla="*/ 420602 h 504613"/>
                <a:gd name="connsiteX5" fmla="*/ 1001942 w 1085953"/>
                <a:gd name="connsiteY5" fmla="*/ 504613 h 504613"/>
                <a:gd name="connsiteX6" fmla="*/ 84011 w 1085953"/>
                <a:gd name="connsiteY6" fmla="*/ 504613 h 504613"/>
                <a:gd name="connsiteX7" fmla="*/ 0 w 1085953"/>
                <a:gd name="connsiteY7" fmla="*/ 420602 h 504613"/>
                <a:gd name="connsiteX8" fmla="*/ 0 w 1085953"/>
                <a:gd name="connsiteY8" fmla="*/ 84568 h 504613"/>
                <a:gd name="connsiteX9" fmla="*/ 175451 w 1085953"/>
                <a:gd name="connsiteY9" fmla="*/ 91997 h 504613"/>
                <a:gd name="connsiteX0" fmla="*/ 84011 w 1085953"/>
                <a:gd name="connsiteY0" fmla="*/ 557 h 504613"/>
                <a:gd name="connsiteX1" fmla="*/ 549258 w 1085953"/>
                <a:gd name="connsiteY1" fmla="*/ 0 h 504613"/>
                <a:gd name="connsiteX2" fmla="*/ 1001942 w 1085953"/>
                <a:gd name="connsiteY2" fmla="*/ 557 h 504613"/>
                <a:gd name="connsiteX3" fmla="*/ 1085953 w 1085953"/>
                <a:gd name="connsiteY3" fmla="*/ 84568 h 504613"/>
                <a:gd name="connsiteX4" fmla="*/ 1085953 w 1085953"/>
                <a:gd name="connsiteY4" fmla="*/ 420602 h 504613"/>
                <a:gd name="connsiteX5" fmla="*/ 1001942 w 1085953"/>
                <a:gd name="connsiteY5" fmla="*/ 504613 h 504613"/>
                <a:gd name="connsiteX6" fmla="*/ 84011 w 1085953"/>
                <a:gd name="connsiteY6" fmla="*/ 504613 h 504613"/>
                <a:gd name="connsiteX7" fmla="*/ 0 w 1085953"/>
                <a:gd name="connsiteY7" fmla="*/ 420602 h 504613"/>
                <a:gd name="connsiteX8" fmla="*/ 0 w 1085953"/>
                <a:gd name="connsiteY8" fmla="*/ 84568 h 504613"/>
                <a:gd name="connsiteX0" fmla="*/ 549258 w 1085953"/>
                <a:gd name="connsiteY0" fmla="*/ 0 h 504613"/>
                <a:gd name="connsiteX1" fmla="*/ 1001942 w 1085953"/>
                <a:gd name="connsiteY1" fmla="*/ 557 h 504613"/>
                <a:gd name="connsiteX2" fmla="*/ 1085953 w 1085953"/>
                <a:gd name="connsiteY2" fmla="*/ 84568 h 504613"/>
                <a:gd name="connsiteX3" fmla="*/ 1085953 w 1085953"/>
                <a:gd name="connsiteY3" fmla="*/ 420602 h 504613"/>
                <a:gd name="connsiteX4" fmla="*/ 1001942 w 1085953"/>
                <a:gd name="connsiteY4" fmla="*/ 504613 h 504613"/>
                <a:gd name="connsiteX5" fmla="*/ 84011 w 1085953"/>
                <a:gd name="connsiteY5" fmla="*/ 504613 h 504613"/>
                <a:gd name="connsiteX6" fmla="*/ 0 w 1085953"/>
                <a:gd name="connsiteY6" fmla="*/ 420602 h 504613"/>
                <a:gd name="connsiteX7" fmla="*/ 0 w 1085953"/>
                <a:gd name="connsiteY7" fmla="*/ 84568 h 50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5953" h="504613">
                  <a:moveTo>
                    <a:pt x="549258" y="0"/>
                  </a:moveTo>
                  <a:lnTo>
                    <a:pt x="1001942" y="557"/>
                  </a:lnTo>
                  <a:cubicBezTo>
                    <a:pt x="1048340" y="557"/>
                    <a:pt x="1085953" y="38170"/>
                    <a:pt x="1085953" y="84568"/>
                  </a:cubicBezTo>
                  <a:lnTo>
                    <a:pt x="1085953" y="420602"/>
                  </a:lnTo>
                  <a:cubicBezTo>
                    <a:pt x="1085953" y="467000"/>
                    <a:pt x="1048340" y="504613"/>
                    <a:pt x="1001942" y="504613"/>
                  </a:cubicBezTo>
                  <a:lnTo>
                    <a:pt x="84011" y="504613"/>
                  </a:lnTo>
                  <a:cubicBezTo>
                    <a:pt x="37613" y="504613"/>
                    <a:pt x="0" y="467000"/>
                    <a:pt x="0" y="420602"/>
                  </a:cubicBezTo>
                  <a:lnTo>
                    <a:pt x="0" y="84568"/>
                  </a:lnTo>
                </a:path>
              </a:pathLst>
            </a:custGeom>
            <a:noFill/>
            <a:ln w="12700" cap="flat" cmpd="sng" algn="ctr">
              <a:solidFill>
                <a:srgbClr val="4BACC6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b="1" kern="0">
                <a:solidFill>
                  <a:sysClr val="window" lastClr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521987" y="607368"/>
              <a:ext cx="205056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kern="0">
                  <a:solidFill>
                    <a:srgbClr val="4BACC6">
                      <a:lumMod val="75000"/>
                    </a:srgb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Step: </a:t>
              </a:r>
              <a:r>
                <a:rPr kumimoji="0" lang="ko-KR" altLang="en-US" sz="800" b="1" kern="0">
                  <a:solidFill>
                    <a:srgbClr val="4BACC6">
                      <a:lumMod val="75000"/>
                    </a:srgb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프로젝트를 수행하기 위한 최상위 단계</a:t>
              </a:r>
            </a:p>
          </p:txBody>
        </p:sp>
      </p:grpSp>
      <p:sp>
        <p:nvSpPr>
          <p:cNvPr id="59" name="대각선 방향의 모서리가 둥근 사각형 58"/>
          <p:cNvSpPr/>
          <p:nvPr/>
        </p:nvSpPr>
        <p:spPr>
          <a:xfrm>
            <a:off x="0" y="630238"/>
            <a:ext cx="9906000" cy="284162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17375E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b="1" kern="0">
              <a:solidFill>
                <a:sysClr val="window" lastClr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342" name="TextBox 79"/>
          <p:cNvSpPr txBox="1">
            <a:spLocks noChangeArrowheads="1"/>
          </p:cNvSpPr>
          <p:nvPr/>
        </p:nvSpPr>
        <p:spPr bwMode="auto">
          <a:xfrm>
            <a:off x="152400" y="636588"/>
            <a:ext cx="97536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t"/>
          <a:lstStyle/>
          <a:p>
            <a:pPr marL="92075" indent="-92075"/>
            <a:r>
              <a:rPr lang="ko-KR" altLang="en-US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업체 상황에 따라</a:t>
            </a:r>
            <a:r>
              <a:rPr lang="en-US" altLang="ko-KR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성격에 맞게</a:t>
            </a:r>
            <a:r>
              <a:rPr lang="en-US" altLang="ko-KR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</a:t>
            </a:r>
            <a:r>
              <a:rPr lang="ko-KR" altLang="en-US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최적의 프로세스로 커스터마이징 합니다</a:t>
            </a:r>
            <a:r>
              <a:rPr lang="en-US" altLang="ko-KR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sp>
        <p:nvSpPr>
          <p:cNvPr id="28" name="AutoShape 53"/>
          <p:cNvSpPr>
            <a:spLocks noChangeArrowheads="1"/>
          </p:cNvSpPr>
          <p:nvPr/>
        </p:nvSpPr>
        <p:spPr bwMode="auto">
          <a:xfrm>
            <a:off x="76200" y="2551297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제안전략 수립</a:t>
            </a:r>
          </a:p>
        </p:txBody>
      </p:sp>
      <p:sp>
        <p:nvSpPr>
          <p:cNvPr id="29" name="AutoShape 53"/>
          <p:cNvSpPr>
            <a:spLocks noChangeArrowheads="1"/>
          </p:cNvSpPr>
          <p:nvPr/>
        </p:nvSpPr>
        <p:spPr bwMode="auto">
          <a:xfrm>
            <a:off x="79557" y="3359272"/>
            <a:ext cx="764054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제안서 제작</a:t>
            </a:r>
          </a:p>
        </p:txBody>
      </p:sp>
      <p:sp>
        <p:nvSpPr>
          <p:cNvPr id="30" name="AutoShape 53"/>
          <p:cNvSpPr>
            <a:spLocks noChangeArrowheads="1"/>
          </p:cNvSpPr>
          <p:nvPr/>
        </p:nvSpPr>
        <p:spPr bwMode="auto">
          <a:xfrm>
            <a:off x="76200" y="3962400"/>
            <a:ext cx="665083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제안발표</a:t>
            </a:r>
          </a:p>
        </p:txBody>
      </p:sp>
      <p:sp>
        <p:nvSpPr>
          <p:cNvPr id="105" name="Rectangle 2"/>
          <p:cNvSpPr>
            <a:spLocks noChangeArrowheads="1"/>
          </p:cNvSpPr>
          <p:nvPr/>
        </p:nvSpPr>
        <p:spPr bwMode="auto">
          <a:xfrm>
            <a:off x="152400" y="0"/>
            <a:ext cx="32004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/>
          <a:lstStyle/>
          <a:p>
            <a:pPr>
              <a:tabLst>
                <a:tab pos="809625" algn="l"/>
              </a:tabLst>
            </a:pPr>
            <a:r>
              <a:rPr lang="en-US" altLang="ko-KR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</a:t>
            </a:r>
            <a:r>
              <a:rPr lang="en-US" altLang="ko-KR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</a:t>
            </a:r>
            <a:r>
              <a:rPr lang="en-US" altLang="ko-KR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 </a:t>
            </a:r>
          </a:p>
        </p:txBody>
      </p:sp>
      <p:sp>
        <p:nvSpPr>
          <p:cNvPr id="106" name="Rectangle 3"/>
          <p:cNvSpPr>
            <a:spLocks noChangeArrowheads="1"/>
          </p:cNvSpPr>
          <p:nvPr/>
        </p:nvSpPr>
        <p:spPr bwMode="auto">
          <a:xfrm>
            <a:off x="457200" y="228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altLang="ko-KR" sz="1400" b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2.1 </a:t>
            </a:r>
            <a:r>
              <a:rPr lang="ko-KR" altLang="en-US" sz="1400" b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프로세스</a:t>
            </a:r>
            <a:r>
              <a:rPr lang="en-US" altLang="ko-KR" sz="1400" b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(Process)</a:t>
            </a:r>
          </a:p>
        </p:txBody>
      </p:sp>
      <p:sp>
        <p:nvSpPr>
          <p:cNvPr id="58" name="AutoShape 53"/>
          <p:cNvSpPr>
            <a:spLocks noChangeArrowheads="1"/>
          </p:cNvSpPr>
          <p:nvPr/>
        </p:nvSpPr>
        <p:spPr bwMode="auto">
          <a:xfrm>
            <a:off x="87050" y="1393001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제안여부 검토</a:t>
            </a:r>
          </a:p>
        </p:txBody>
      </p:sp>
      <p:sp>
        <p:nvSpPr>
          <p:cNvPr id="66" name="AutoShape 53"/>
          <p:cNvSpPr>
            <a:spLocks noChangeArrowheads="1"/>
          </p:cNvSpPr>
          <p:nvPr/>
        </p:nvSpPr>
        <p:spPr bwMode="auto">
          <a:xfrm>
            <a:off x="90620" y="1905000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제안환경 구성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C311877-0C5E-48DB-AAE4-5CCB83157852}"/>
              </a:ext>
            </a:extLst>
          </p:cNvPr>
          <p:cNvSpPr/>
          <p:nvPr/>
        </p:nvSpPr>
        <p:spPr>
          <a:xfrm>
            <a:off x="1005255" y="1334576"/>
            <a:ext cx="121920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Project Profile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제안여부검토서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5961FDD-C537-4C80-BD03-9794CE6026A3}"/>
              </a:ext>
            </a:extLst>
          </p:cNvPr>
          <p:cNvSpPr/>
          <p:nvPr/>
        </p:nvSpPr>
        <p:spPr>
          <a:xfrm>
            <a:off x="1022029" y="1855286"/>
            <a:ext cx="1425755" cy="545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인력요청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제안분석서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제안일정표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AC4FDCE-1C8A-4416-B030-ABC75F328701}"/>
              </a:ext>
            </a:extLst>
          </p:cNvPr>
          <p:cNvSpPr/>
          <p:nvPr/>
        </p:nvSpPr>
        <p:spPr>
          <a:xfrm>
            <a:off x="1050125" y="2514600"/>
            <a:ext cx="1425755" cy="848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제안자료수집가이드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제안서 목차가이드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분석전략가이드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제안서 사례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제안품질관리가이드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3E49D90-DC2B-423D-9D3F-B47FEBF2A98C}"/>
              </a:ext>
            </a:extLst>
          </p:cNvPr>
          <p:cNvSpPr/>
          <p:nvPr/>
        </p:nvSpPr>
        <p:spPr>
          <a:xfrm>
            <a:off x="1073486" y="3336670"/>
            <a:ext cx="1425755" cy="545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제안서 목차가이드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제안서 사례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제안품질관리가이드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102B10C-BB6F-4B2D-92B9-9BAEB3C4618B}"/>
              </a:ext>
            </a:extLst>
          </p:cNvPr>
          <p:cNvSpPr/>
          <p:nvPr/>
        </p:nvSpPr>
        <p:spPr>
          <a:xfrm>
            <a:off x="1085821" y="3962400"/>
            <a:ext cx="1425755" cy="545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예상질문서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견적서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제안리뷰서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9" name="AutoShape 71">
            <a:extLst>
              <a:ext uri="{FF2B5EF4-FFF2-40B4-BE49-F238E27FC236}">
                <a16:creationId xmlns:a16="http://schemas.microsoft.com/office/drawing/2014/main" id="{FE430346-942A-4DAB-899D-74C60908A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721" y="3425171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계약</a:t>
            </a:r>
          </a:p>
        </p:txBody>
      </p:sp>
      <p:sp>
        <p:nvSpPr>
          <p:cNvPr id="100" name="AutoShape 53">
            <a:extLst>
              <a:ext uri="{FF2B5EF4-FFF2-40B4-BE49-F238E27FC236}">
                <a16:creationId xmlns:a16="http://schemas.microsoft.com/office/drawing/2014/main" id="{CB8D640F-25CD-4758-9104-AF68775B4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812" y="1346600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구축환경 구성</a:t>
            </a:r>
          </a:p>
        </p:txBody>
      </p:sp>
      <p:sp>
        <p:nvSpPr>
          <p:cNvPr id="101" name="AutoShape 53">
            <a:extLst>
              <a:ext uri="{FF2B5EF4-FFF2-40B4-BE49-F238E27FC236}">
                <a16:creationId xmlns:a16="http://schemas.microsoft.com/office/drawing/2014/main" id="{D2A0CDCD-EF2F-47AF-BE8D-207F43CBE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379" y="1885650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 분석</a:t>
            </a:r>
          </a:p>
        </p:txBody>
      </p:sp>
      <p:sp>
        <p:nvSpPr>
          <p:cNvPr id="102" name="AutoShape 53">
            <a:extLst>
              <a:ext uri="{FF2B5EF4-FFF2-40B4-BE49-F238E27FC236}">
                <a16:creationId xmlns:a16="http://schemas.microsoft.com/office/drawing/2014/main" id="{DA5A8A6A-1B10-4CA9-82FC-3619141E5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820" y="2681942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 정의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462B04C-DC2F-492C-85BA-4076AE6A8BB8}"/>
              </a:ext>
            </a:extLst>
          </p:cNvPr>
          <p:cNvSpPr/>
          <p:nvPr/>
        </p:nvSpPr>
        <p:spPr>
          <a:xfrm>
            <a:off x="3498514" y="1299376"/>
            <a:ext cx="1219200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구축분석서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인력요청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491A7E-E8C0-427B-A2FE-8C4DE24AF61B}"/>
              </a:ext>
            </a:extLst>
          </p:cNvPr>
          <p:cNvSpPr/>
          <p:nvPr/>
        </p:nvSpPr>
        <p:spPr>
          <a:xfrm>
            <a:off x="3529418" y="1865554"/>
            <a:ext cx="1425755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요구사항분석서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UseCase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Diagram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WBS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개발기능중요도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A130AD7-64C5-4C12-AD4D-580BD5D73A8E}"/>
              </a:ext>
            </a:extLst>
          </p:cNvPr>
          <p:cNvSpPr/>
          <p:nvPr/>
        </p:nvSpPr>
        <p:spPr>
          <a:xfrm>
            <a:off x="3555701" y="2650393"/>
            <a:ext cx="1425755" cy="848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수행범위정의서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수행계획서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일정계획서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미결사항정의서 </a:t>
            </a:r>
            <a:b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FE27850-9FC9-40B1-8953-2032A479BDF3}"/>
              </a:ext>
            </a:extLst>
          </p:cNvPr>
          <p:cNvSpPr/>
          <p:nvPr/>
        </p:nvSpPr>
        <p:spPr>
          <a:xfrm>
            <a:off x="3555701" y="3412393"/>
            <a:ext cx="1425755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견적서 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계약서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9" name="AutoShape 53">
            <a:extLst>
              <a:ext uri="{FF2B5EF4-FFF2-40B4-BE49-F238E27FC236}">
                <a16:creationId xmlns:a16="http://schemas.microsoft.com/office/drawing/2014/main" id="{D95B62AC-FD90-4B8B-A34B-CBD6B881C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721" y="3988370"/>
            <a:ext cx="764054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파트별 설계</a:t>
            </a:r>
            <a:endParaRPr lang="ko-KR" altLang="en-US" sz="900" b="1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9D0145A-8AE9-43D3-97C7-4BCF79C24742}"/>
              </a:ext>
            </a:extLst>
          </p:cNvPr>
          <p:cNvSpPr/>
          <p:nvPr/>
        </p:nvSpPr>
        <p:spPr>
          <a:xfrm>
            <a:off x="3555700" y="3893338"/>
            <a:ext cx="1425755" cy="115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기획은</a:t>
            </a:r>
            <a:r>
              <a:rPr lang="en-US" altLang="ko-KR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메뉴 설계서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콘텐츠 설계서 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화면설계 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PERT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RAM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화면설계서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1" name="AutoShape 43">
            <a:extLst>
              <a:ext uri="{FF2B5EF4-FFF2-40B4-BE49-F238E27FC236}">
                <a16:creationId xmlns:a16="http://schemas.microsoft.com/office/drawing/2014/main" id="{85A937C5-FA96-42D0-842A-04B02B2BC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721" y="4939736"/>
            <a:ext cx="631374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관리설계</a:t>
            </a:r>
          </a:p>
        </p:txBody>
      </p:sp>
      <p:sp>
        <p:nvSpPr>
          <p:cNvPr id="112" name="AutoShape 71">
            <a:extLst>
              <a:ext uri="{FF2B5EF4-FFF2-40B4-BE49-F238E27FC236}">
                <a16:creationId xmlns:a16="http://schemas.microsoft.com/office/drawing/2014/main" id="{6F1977B1-1D81-4504-AE9A-06D4A7203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183" y="1346600"/>
            <a:ext cx="445673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 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41F60F1-4F26-4F46-A38D-E4D3F38EE508}"/>
              </a:ext>
            </a:extLst>
          </p:cNvPr>
          <p:cNvSpPr/>
          <p:nvPr/>
        </p:nvSpPr>
        <p:spPr>
          <a:xfrm>
            <a:off x="3555700" y="5143234"/>
            <a:ext cx="1425755" cy="1310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리스크관리서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수행범위변경관리서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일정지연관리서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수행범위변경관리서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진척률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관리서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보고서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수익률 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PERT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7995718-945B-49A8-BA30-6266F7036365}"/>
              </a:ext>
            </a:extLst>
          </p:cNvPr>
          <p:cNvSpPr/>
          <p:nvPr/>
        </p:nvSpPr>
        <p:spPr>
          <a:xfrm>
            <a:off x="5778220" y="2413302"/>
            <a:ext cx="1425755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사용매뉴얼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완료보고서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검수확인서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프로젝트리뷰서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54CE9A7E-F12F-483C-B5D6-955D625D23F2}"/>
              </a:ext>
            </a:extLst>
          </p:cNvPr>
          <p:cNvSpPr/>
          <p:nvPr/>
        </p:nvSpPr>
        <p:spPr>
          <a:xfrm>
            <a:off x="5723360" y="1346600"/>
            <a:ext cx="1425755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검수계획서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검수시나리오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6" name="AutoShape 71">
            <a:extLst>
              <a:ext uri="{FF2B5EF4-FFF2-40B4-BE49-F238E27FC236}">
                <a16:creationId xmlns:a16="http://schemas.microsoft.com/office/drawing/2014/main" id="{B021327B-B688-4B92-AD68-E3CC0364C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064" y="1886738"/>
            <a:ext cx="475923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오픈  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1B18CCB-877B-483F-B0B8-4A641D2B689B}"/>
              </a:ext>
            </a:extLst>
          </p:cNvPr>
          <p:cNvSpPr/>
          <p:nvPr/>
        </p:nvSpPr>
        <p:spPr>
          <a:xfrm>
            <a:off x="5751937" y="1879902"/>
            <a:ext cx="1425755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데이터이전계획서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오류리포트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8" name="AutoShape 71">
            <a:extLst>
              <a:ext uri="{FF2B5EF4-FFF2-40B4-BE49-F238E27FC236}">
                <a16:creationId xmlns:a16="http://schemas.microsoft.com/office/drawing/2014/main" id="{68736EC5-D434-4B6F-A57C-433B40CCE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189" y="2431990"/>
            <a:ext cx="445673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종료 </a:t>
            </a:r>
          </a:p>
        </p:txBody>
      </p:sp>
      <p:sp>
        <p:nvSpPr>
          <p:cNvPr id="119" name="AutoShape 71">
            <a:extLst>
              <a:ext uri="{FF2B5EF4-FFF2-40B4-BE49-F238E27FC236}">
                <a16:creationId xmlns:a16="http://schemas.microsoft.com/office/drawing/2014/main" id="{29D0BEBF-7CDA-42A3-B202-891C7EE5E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628" y="2873544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계약</a:t>
            </a:r>
          </a:p>
        </p:txBody>
      </p:sp>
      <p:sp>
        <p:nvSpPr>
          <p:cNvPr id="120" name="AutoShape 53">
            <a:extLst>
              <a:ext uri="{FF2B5EF4-FFF2-40B4-BE49-F238E27FC236}">
                <a16:creationId xmlns:a16="http://schemas.microsoft.com/office/drawing/2014/main" id="{D2847FFF-7213-48F0-B5F2-B69D21262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127" y="1334576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운영환경 구성</a:t>
            </a:r>
          </a:p>
        </p:txBody>
      </p:sp>
      <p:sp>
        <p:nvSpPr>
          <p:cNvPr id="121" name="AutoShape 53">
            <a:extLst>
              <a:ext uri="{FF2B5EF4-FFF2-40B4-BE49-F238E27FC236}">
                <a16:creationId xmlns:a16="http://schemas.microsoft.com/office/drawing/2014/main" id="{5D501BD7-43E1-4A93-8A56-E7E0397ED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7694" y="1873626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 분석</a:t>
            </a:r>
          </a:p>
        </p:txBody>
      </p:sp>
      <p:sp>
        <p:nvSpPr>
          <p:cNvPr id="122" name="AutoShape 53">
            <a:extLst>
              <a:ext uri="{FF2B5EF4-FFF2-40B4-BE49-F238E27FC236}">
                <a16:creationId xmlns:a16="http://schemas.microsoft.com/office/drawing/2014/main" id="{E7F5BBD9-F020-4270-8A54-0B8CEB331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628" y="2395086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 정의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C525FE15-BAB2-4803-83C4-76098EDF7438}"/>
              </a:ext>
            </a:extLst>
          </p:cNvPr>
          <p:cNvSpPr/>
          <p:nvPr/>
        </p:nvSpPr>
        <p:spPr>
          <a:xfrm>
            <a:off x="8139829" y="1287352"/>
            <a:ext cx="1219200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인력요청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6BD1FF1E-E649-4570-98F8-9EF277C07BF5}"/>
              </a:ext>
            </a:extLst>
          </p:cNvPr>
          <p:cNvSpPr/>
          <p:nvPr/>
        </p:nvSpPr>
        <p:spPr>
          <a:xfrm>
            <a:off x="8170733" y="1853530"/>
            <a:ext cx="1425755" cy="238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요구사항분석서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347E2BE-AD2C-4C84-84EF-5DC46B25A593}"/>
              </a:ext>
            </a:extLst>
          </p:cNvPr>
          <p:cNvSpPr/>
          <p:nvPr/>
        </p:nvSpPr>
        <p:spPr>
          <a:xfrm>
            <a:off x="8196607" y="2352980"/>
            <a:ext cx="1425755" cy="238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운영계획서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78BDC57A-EAC7-409F-BFCD-963831E78B50}"/>
              </a:ext>
            </a:extLst>
          </p:cNvPr>
          <p:cNvSpPr/>
          <p:nvPr/>
        </p:nvSpPr>
        <p:spPr>
          <a:xfrm>
            <a:off x="8196608" y="2860766"/>
            <a:ext cx="1425755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견적서 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계약서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7" name="AutoShape 53">
            <a:extLst>
              <a:ext uri="{FF2B5EF4-FFF2-40B4-BE49-F238E27FC236}">
                <a16:creationId xmlns:a16="http://schemas.microsoft.com/office/drawing/2014/main" id="{CAA94F24-D34D-4A5F-BB37-6BF6F6163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628" y="3362520"/>
            <a:ext cx="419256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C024929-1ECA-4D53-A454-FF789D053880}"/>
              </a:ext>
            </a:extLst>
          </p:cNvPr>
          <p:cNvSpPr/>
          <p:nvPr/>
        </p:nvSpPr>
        <p:spPr>
          <a:xfrm>
            <a:off x="8198900" y="3366318"/>
            <a:ext cx="1425755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업무요청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운영리포트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9" name="AutoShape 53">
            <a:extLst>
              <a:ext uri="{FF2B5EF4-FFF2-40B4-BE49-F238E27FC236}">
                <a16:creationId xmlns:a16="http://schemas.microsoft.com/office/drawing/2014/main" id="{D9A5AF7C-6698-4349-BDA4-BB5A095D4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566" y="3952211"/>
            <a:ext cx="419256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기타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B872987-D844-423E-933B-BFE417538E4C}"/>
              </a:ext>
            </a:extLst>
          </p:cNvPr>
          <p:cNvSpPr/>
          <p:nvPr/>
        </p:nvSpPr>
        <p:spPr>
          <a:xfrm>
            <a:off x="8220673" y="3955220"/>
            <a:ext cx="1425755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프로젝트 용어규약집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RAM</a:t>
            </a: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14E8D6F7-A58F-4D40-9C60-EDCBC7B2B252}"/>
              </a:ext>
            </a:extLst>
          </p:cNvPr>
          <p:cNvCxnSpPr>
            <a:cxnSpLocks/>
            <a:stCxn id="30" idx="2"/>
            <a:endCxn id="100" idx="1"/>
          </p:cNvCxnSpPr>
          <p:nvPr/>
        </p:nvCxnSpPr>
        <p:spPr bwMode="auto">
          <a:xfrm rot="5400000" flipH="1" flipV="1">
            <a:off x="115530" y="1767507"/>
            <a:ext cx="2743494" cy="2157070"/>
          </a:xfrm>
          <a:prstGeom prst="bentConnector4">
            <a:avLst>
              <a:gd name="adj1" fmla="val -8332"/>
              <a:gd name="adj2" fmla="val 57708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0E714D4C-A0CC-4224-BF47-1E6822D04178}"/>
              </a:ext>
            </a:extLst>
          </p:cNvPr>
          <p:cNvCxnSpPr>
            <a:cxnSpLocks/>
            <a:stCxn id="111" idx="2"/>
            <a:endCxn id="112" idx="1"/>
          </p:cNvCxnSpPr>
          <p:nvPr/>
        </p:nvCxnSpPr>
        <p:spPr bwMode="auto">
          <a:xfrm rot="5400000" flipH="1" flipV="1">
            <a:off x="2210380" y="2200322"/>
            <a:ext cx="3720830" cy="2268775"/>
          </a:xfrm>
          <a:prstGeom prst="bentConnector4">
            <a:avLst>
              <a:gd name="adj1" fmla="val -6144"/>
              <a:gd name="adj2" fmla="val 56957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66130D48-74D1-4539-8A04-748E8C6974DE}"/>
              </a:ext>
            </a:extLst>
          </p:cNvPr>
          <p:cNvCxnSpPr>
            <a:cxnSpLocks/>
            <a:stCxn id="118" idx="2"/>
            <a:endCxn id="120" idx="1"/>
          </p:cNvCxnSpPr>
          <p:nvPr/>
        </p:nvCxnSpPr>
        <p:spPr bwMode="auto">
          <a:xfrm rot="5400000" flipH="1" flipV="1">
            <a:off x="5715522" y="1195774"/>
            <a:ext cx="1225108" cy="1758101"/>
          </a:xfrm>
          <a:prstGeom prst="bentConnector4">
            <a:avLst>
              <a:gd name="adj1" fmla="val -18660"/>
              <a:gd name="adj2" fmla="val 56337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24127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연결선: 꺾임 133">
            <a:extLst>
              <a:ext uri="{FF2B5EF4-FFF2-40B4-BE49-F238E27FC236}">
                <a16:creationId xmlns:a16="http://schemas.microsoft.com/office/drawing/2014/main" id="{07E9F016-2827-4B30-8BC2-19501192B2A1}"/>
              </a:ext>
            </a:extLst>
          </p:cNvPr>
          <p:cNvCxnSpPr>
            <a:cxnSpLocks/>
            <a:stCxn id="112" idx="2"/>
            <a:endCxn id="118" idx="0"/>
          </p:cNvCxnSpPr>
          <p:nvPr/>
        </p:nvCxnSpPr>
        <p:spPr bwMode="auto">
          <a:xfrm rot="16200000" flipH="1">
            <a:off x="5023523" y="2006486"/>
            <a:ext cx="830001" cy="21006"/>
          </a:xfrm>
          <a:prstGeom prst="bentConnector3">
            <a:avLst>
              <a:gd name="adj1" fmla="val 50000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3959F3A4-5754-4828-B89C-DA1FB853132F}"/>
              </a:ext>
            </a:extLst>
          </p:cNvPr>
          <p:cNvCxnSpPr>
            <a:cxnSpLocks/>
            <a:stCxn id="120" idx="2"/>
            <a:endCxn id="127" idx="0"/>
          </p:cNvCxnSpPr>
          <p:nvPr/>
        </p:nvCxnSpPr>
        <p:spPr bwMode="auto">
          <a:xfrm rot="5400000">
            <a:off x="6671145" y="2390076"/>
            <a:ext cx="1772555" cy="172332"/>
          </a:xfrm>
          <a:prstGeom prst="bentConnector3">
            <a:avLst>
              <a:gd name="adj1" fmla="val 50000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A63A7956-D890-44B5-9358-623FE8B98029}"/>
              </a:ext>
            </a:extLst>
          </p:cNvPr>
          <p:cNvCxnSpPr>
            <a:cxnSpLocks/>
            <a:stCxn id="100" idx="2"/>
            <a:endCxn id="111" idx="0"/>
          </p:cNvCxnSpPr>
          <p:nvPr/>
        </p:nvCxnSpPr>
        <p:spPr bwMode="auto">
          <a:xfrm rot="5400000">
            <a:off x="1300468" y="3237930"/>
            <a:ext cx="3337747" cy="65865"/>
          </a:xfrm>
          <a:prstGeom prst="bentConnector3">
            <a:avLst>
              <a:gd name="adj1" fmla="val 50000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7" name="Line 8">
            <a:extLst>
              <a:ext uri="{FF2B5EF4-FFF2-40B4-BE49-F238E27FC236}">
                <a16:creationId xmlns:a16="http://schemas.microsoft.com/office/drawing/2014/main" id="{9F507364-E76A-426F-B254-D926FA1D00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741" y="1648389"/>
            <a:ext cx="0" cy="2431517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 type="triangle" w="med" len="med"/>
          </a:ln>
        </p:spPr>
        <p:txBody>
          <a:bodyPr/>
          <a:lstStyle/>
          <a:p>
            <a:pPr algn="ctr"/>
            <a:endParaRPr lang="ko-KR" altLang="en-US" sz="90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7646126" y="381000"/>
            <a:ext cx="2106188" cy="252015"/>
            <a:chOff x="7466360" y="570797"/>
            <a:chExt cx="2106188" cy="252015"/>
          </a:xfrm>
        </p:grpSpPr>
        <p:sp>
          <p:nvSpPr>
            <p:cNvPr id="32" name="모서리가 둥근 직사각형 1"/>
            <p:cNvSpPr/>
            <p:nvPr/>
          </p:nvSpPr>
          <p:spPr>
            <a:xfrm rot="19800000">
              <a:off x="7466360" y="570797"/>
              <a:ext cx="544763" cy="191882"/>
            </a:xfrm>
            <a:custGeom>
              <a:avLst/>
              <a:gdLst>
                <a:gd name="connsiteX0" fmla="*/ 0 w 1085953"/>
                <a:gd name="connsiteY0" fmla="*/ 84011 h 504056"/>
                <a:gd name="connsiteX1" fmla="*/ 84011 w 1085953"/>
                <a:gd name="connsiteY1" fmla="*/ 0 h 504056"/>
                <a:gd name="connsiteX2" fmla="*/ 1001942 w 1085953"/>
                <a:gd name="connsiteY2" fmla="*/ 0 h 504056"/>
                <a:gd name="connsiteX3" fmla="*/ 1085953 w 1085953"/>
                <a:gd name="connsiteY3" fmla="*/ 84011 h 504056"/>
                <a:gd name="connsiteX4" fmla="*/ 1085953 w 1085953"/>
                <a:gd name="connsiteY4" fmla="*/ 420045 h 504056"/>
                <a:gd name="connsiteX5" fmla="*/ 1001942 w 1085953"/>
                <a:gd name="connsiteY5" fmla="*/ 504056 h 504056"/>
                <a:gd name="connsiteX6" fmla="*/ 84011 w 1085953"/>
                <a:gd name="connsiteY6" fmla="*/ 504056 h 504056"/>
                <a:gd name="connsiteX7" fmla="*/ 0 w 1085953"/>
                <a:gd name="connsiteY7" fmla="*/ 420045 h 504056"/>
                <a:gd name="connsiteX8" fmla="*/ 0 w 1085953"/>
                <a:gd name="connsiteY8" fmla="*/ 84011 h 504056"/>
                <a:gd name="connsiteX0" fmla="*/ 0 w 1085953"/>
                <a:gd name="connsiteY0" fmla="*/ 84568 h 504613"/>
                <a:gd name="connsiteX1" fmla="*/ 84011 w 1085953"/>
                <a:gd name="connsiteY1" fmla="*/ 557 h 504613"/>
                <a:gd name="connsiteX2" fmla="*/ 549258 w 1085953"/>
                <a:gd name="connsiteY2" fmla="*/ 0 h 504613"/>
                <a:gd name="connsiteX3" fmla="*/ 1001942 w 1085953"/>
                <a:gd name="connsiteY3" fmla="*/ 557 h 504613"/>
                <a:gd name="connsiteX4" fmla="*/ 1085953 w 1085953"/>
                <a:gd name="connsiteY4" fmla="*/ 84568 h 504613"/>
                <a:gd name="connsiteX5" fmla="*/ 1085953 w 1085953"/>
                <a:gd name="connsiteY5" fmla="*/ 420602 h 504613"/>
                <a:gd name="connsiteX6" fmla="*/ 1001942 w 1085953"/>
                <a:gd name="connsiteY6" fmla="*/ 504613 h 504613"/>
                <a:gd name="connsiteX7" fmla="*/ 84011 w 1085953"/>
                <a:gd name="connsiteY7" fmla="*/ 504613 h 504613"/>
                <a:gd name="connsiteX8" fmla="*/ 0 w 1085953"/>
                <a:gd name="connsiteY8" fmla="*/ 420602 h 504613"/>
                <a:gd name="connsiteX9" fmla="*/ 0 w 1085953"/>
                <a:gd name="connsiteY9" fmla="*/ 84568 h 504613"/>
                <a:gd name="connsiteX0" fmla="*/ 84011 w 1085953"/>
                <a:gd name="connsiteY0" fmla="*/ 557 h 504613"/>
                <a:gd name="connsiteX1" fmla="*/ 549258 w 1085953"/>
                <a:gd name="connsiteY1" fmla="*/ 0 h 504613"/>
                <a:gd name="connsiteX2" fmla="*/ 1001942 w 1085953"/>
                <a:gd name="connsiteY2" fmla="*/ 557 h 504613"/>
                <a:gd name="connsiteX3" fmla="*/ 1085953 w 1085953"/>
                <a:gd name="connsiteY3" fmla="*/ 84568 h 504613"/>
                <a:gd name="connsiteX4" fmla="*/ 1085953 w 1085953"/>
                <a:gd name="connsiteY4" fmla="*/ 420602 h 504613"/>
                <a:gd name="connsiteX5" fmla="*/ 1001942 w 1085953"/>
                <a:gd name="connsiteY5" fmla="*/ 504613 h 504613"/>
                <a:gd name="connsiteX6" fmla="*/ 84011 w 1085953"/>
                <a:gd name="connsiteY6" fmla="*/ 504613 h 504613"/>
                <a:gd name="connsiteX7" fmla="*/ 0 w 1085953"/>
                <a:gd name="connsiteY7" fmla="*/ 420602 h 504613"/>
                <a:gd name="connsiteX8" fmla="*/ 0 w 1085953"/>
                <a:gd name="connsiteY8" fmla="*/ 84568 h 504613"/>
                <a:gd name="connsiteX9" fmla="*/ 175451 w 1085953"/>
                <a:gd name="connsiteY9" fmla="*/ 91997 h 504613"/>
                <a:gd name="connsiteX0" fmla="*/ 84011 w 1085953"/>
                <a:gd name="connsiteY0" fmla="*/ 557 h 504613"/>
                <a:gd name="connsiteX1" fmla="*/ 549258 w 1085953"/>
                <a:gd name="connsiteY1" fmla="*/ 0 h 504613"/>
                <a:gd name="connsiteX2" fmla="*/ 1001942 w 1085953"/>
                <a:gd name="connsiteY2" fmla="*/ 557 h 504613"/>
                <a:gd name="connsiteX3" fmla="*/ 1085953 w 1085953"/>
                <a:gd name="connsiteY3" fmla="*/ 84568 h 504613"/>
                <a:gd name="connsiteX4" fmla="*/ 1085953 w 1085953"/>
                <a:gd name="connsiteY4" fmla="*/ 420602 h 504613"/>
                <a:gd name="connsiteX5" fmla="*/ 1001942 w 1085953"/>
                <a:gd name="connsiteY5" fmla="*/ 504613 h 504613"/>
                <a:gd name="connsiteX6" fmla="*/ 84011 w 1085953"/>
                <a:gd name="connsiteY6" fmla="*/ 504613 h 504613"/>
                <a:gd name="connsiteX7" fmla="*/ 0 w 1085953"/>
                <a:gd name="connsiteY7" fmla="*/ 420602 h 504613"/>
                <a:gd name="connsiteX8" fmla="*/ 0 w 1085953"/>
                <a:gd name="connsiteY8" fmla="*/ 84568 h 504613"/>
                <a:gd name="connsiteX0" fmla="*/ 549258 w 1085953"/>
                <a:gd name="connsiteY0" fmla="*/ 0 h 504613"/>
                <a:gd name="connsiteX1" fmla="*/ 1001942 w 1085953"/>
                <a:gd name="connsiteY1" fmla="*/ 557 h 504613"/>
                <a:gd name="connsiteX2" fmla="*/ 1085953 w 1085953"/>
                <a:gd name="connsiteY2" fmla="*/ 84568 h 504613"/>
                <a:gd name="connsiteX3" fmla="*/ 1085953 w 1085953"/>
                <a:gd name="connsiteY3" fmla="*/ 420602 h 504613"/>
                <a:gd name="connsiteX4" fmla="*/ 1001942 w 1085953"/>
                <a:gd name="connsiteY4" fmla="*/ 504613 h 504613"/>
                <a:gd name="connsiteX5" fmla="*/ 84011 w 1085953"/>
                <a:gd name="connsiteY5" fmla="*/ 504613 h 504613"/>
                <a:gd name="connsiteX6" fmla="*/ 0 w 1085953"/>
                <a:gd name="connsiteY6" fmla="*/ 420602 h 504613"/>
                <a:gd name="connsiteX7" fmla="*/ 0 w 1085953"/>
                <a:gd name="connsiteY7" fmla="*/ 84568 h 50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5953" h="504613">
                  <a:moveTo>
                    <a:pt x="549258" y="0"/>
                  </a:moveTo>
                  <a:lnTo>
                    <a:pt x="1001942" y="557"/>
                  </a:lnTo>
                  <a:cubicBezTo>
                    <a:pt x="1048340" y="557"/>
                    <a:pt x="1085953" y="38170"/>
                    <a:pt x="1085953" y="84568"/>
                  </a:cubicBezTo>
                  <a:lnTo>
                    <a:pt x="1085953" y="420602"/>
                  </a:lnTo>
                  <a:cubicBezTo>
                    <a:pt x="1085953" y="467000"/>
                    <a:pt x="1048340" y="504613"/>
                    <a:pt x="1001942" y="504613"/>
                  </a:cubicBezTo>
                  <a:lnTo>
                    <a:pt x="84011" y="504613"/>
                  </a:lnTo>
                  <a:cubicBezTo>
                    <a:pt x="37613" y="504613"/>
                    <a:pt x="0" y="467000"/>
                    <a:pt x="0" y="420602"/>
                  </a:cubicBezTo>
                  <a:lnTo>
                    <a:pt x="0" y="84568"/>
                  </a:lnTo>
                </a:path>
              </a:pathLst>
            </a:custGeom>
            <a:noFill/>
            <a:ln w="12700" cap="flat" cmpd="sng" algn="ctr">
              <a:solidFill>
                <a:srgbClr val="4BACC6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b="1" kern="0">
                <a:solidFill>
                  <a:sysClr val="window" lastClr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521987" y="607368"/>
              <a:ext cx="205056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kern="0">
                  <a:solidFill>
                    <a:srgbClr val="4BACC6">
                      <a:lumMod val="75000"/>
                    </a:srgb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Step: </a:t>
              </a:r>
              <a:r>
                <a:rPr kumimoji="0" lang="ko-KR" altLang="en-US" sz="800" b="1" kern="0">
                  <a:solidFill>
                    <a:srgbClr val="4BACC6">
                      <a:lumMod val="75000"/>
                    </a:srgb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프로젝트를 수행하기 위한 최상위 단계</a:t>
              </a:r>
            </a:p>
          </p:txBody>
        </p:sp>
      </p:grpSp>
      <p:sp>
        <p:nvSpPr>
          <p:cNvPr id="59" name="대각선 방향의 모서리가 둥근 사각형 58"/>
          <p:cNvSpPr/>
          <p:nvPr/>
        </p:nvSpPr>
        <p:spPr>
          <a:xfrm>
            <a:off x="0" y="630238"/>
            <a:ext cx="9906000" cy="284162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17375E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b="1" kern="0">
              <a:solidFill>
                <a:sysClr val="window" lastClr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342" name="TextBox 79"/>
          <p:cNvSpPr txBox="1">
            <a:spLocks noChangeArrowheads="1"/>
          </p:cNvSpPr>
          <p:nvPr/>
        </p:nvSpPr>
        <p:spPr bwMode="auto">
          <a:xfrm>
            <a:off x="152400" y="636588"/>
            <a:ext cx="97536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t"/>
          <a:lstStyle/>
          <a:p>
            <a:pPr marL="92075" indent="-92075"/>
            <a:r>
              <a:rPr lang="ko-KR" altLang="en-US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업체 상황에 따라</a:t>
            </a:r>
            <a:r>
              <a:rPr lang="en-US" altLang="ko-KR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성격에 맞게</a:t>
            </a:r>
            <a:r>
              <a:rPr lang="en-US" altLang="ko-KR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</a:t>
            </a:r>
            <a:r>
              <a:rPr lang="ko-KR" altLang="en-US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최적의 프로세스로 커스터마이징 합니다</a:t>
            </a:r>
            <a:r>
              <a:rPr lang="en-US" altLang="ko-KR" sz="1000" b="1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sp>
        <p:nvSpPr>
          <p:cNvPr id="28" name="AutoShape 53"/>
          <p:cNvSpPr>
            <a:spLocks noChangeArrowheads="1"/>
          </p:cNvSpPr>
          <p:nvPr/>
        </p:nvSpPr>
        <p:spPr bwMode="auto">
          <a:xfrm>
            <a:off x="76200" y="2551297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제안전략 수립</a:t>
            </a:r>
          </a:p>
        </p:txBody>
      </p:sp>
      <p:sp>
        <p:nvSpPr>
          <p:cNvPr id="29" name="AutoShape 53"/>
          <p:cNvSpPr>
            <a:spLocks noChangeArrowheads="1"/>
          </p:cNvSpPr>
          <p:nvPr/>
        </p:nvSpPr>
        <p:spPr bwMode="auto">
          <a:xfrm>
            <a:off x="79557" y="3359272"/>
            <a:ext cx="764054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제안서 제작</a:t>
            </a:r>
          </a:p>
        </p:txBody>
      </p:sp>
      <p:sp>
        <p:nvSpPr>
          <p:cNvPr id="30" name="AutoShape 53"/>
          <p:cNvSpPr>
            <a:spLocks noChangeArrowheads="1"/>
          </p:cNvSpPr>
          <p:nvPr/>
        </p:nvSpPr>
        <p:spPr bwMode="auto">
          <a:xfrm>
            <a:off x="76200" y="3962400"/>
            <a:ext cx="665083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제안발표</a:t>
            </a:r>
          </a:p>
        </p:txBody>
      </p:sp>
      <p:sp>
        <p:nvSpPr>
          <p:cNvPr id="105" name="Rectangle 2"/>
          <p:cNvSpPr>
            <a:spLocks noChangeArrowheads="1"/>
          </p:cNvSpPr>
          <p:nvPr/>
        </p:nvSpPr>
        <p:spPr bwMode="auto">
          <a:xfrm>
            <a:off x="152400" y="0"/>
            <a:ext cx="32004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/>
          <a:lstStyle/>
          <a:p>
            <a:pPr>
              <a:tabLst>
                <a:tab pos="809625" algn="l"/>
              </a:tabLst>
            </a:pPr>
            <a:r>
              <a:rPr lang="en-US" altLang="ko-KR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</a:t>
            </a:r>
            <a:r>
              <a:rPr lang="en-US" altLang="ko-KR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</a:t>
            </a:r>
            <a:r>
              <a:rPr lang="en-US" altLang="ko-KR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100" b="1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 </a:t>
            </a:r>
          </a:p>
        </p:txBody>
      </p:sp>
      <p:sp>
        <p:nvSpPr>
          <p:cNvPr id="106" name="Rectangle 3"/>
          <p:cNvSpPr>
            <a:spLocks noChangeArrowheads="1"/>
          </p:cNvSpPr>
          <p:nvPr/>
        </p:nvSpPr>
        <p:spPr bwMode="auto">
          <a:xfrm>
            <a:off x="457200" y="2286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altLang="ko-KR" sz="1400" b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2.1 </a:t>
            </a:r>
            <a:r>
              <a:rPr lang="ko-KR" altLang="en-US" sz="1400" b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프로세스</a:t>
            </a:r>
            <a:r>
              <a:rPr lang="en-US" altLang="ko-KR" sz="1400" b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(Process)</a:t>
            </a:r>
          </a:p>
        </p:txBody>
      </p:sp>
      <p:sp>
        <p:nvSpPr>
          <p:cNvPr id="58" name="AutoShape 53"/>
          <p:cNvSpPr>
            <a:spLocks noChangeArrowheads="1"/>
          </p:cNvSpPr>
          <p:nvPr/>
        </p:nvSpPr>
        <p:spPr bwMode="auto">
          <a:xfrm>
            <a:off x="87050" y="1393001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제안여부 검토</a:t>
            </a:r>
          </a:p>
        </p:txBody>
      </p:sp>
      <p:sp>
        <p:nvSpPr>
          <p:cNvPr id="66" name="AutoShape 53"/>
          <p:cNvSpPr>
            <a:spLocks noChangeArrowheads="1"/>
          </p:cNvSpPr>
          <p:nvPr/>
        </p:nvSpPr>
        <p:spPr bwMode="auto">
          <a:xfrm>
            <a:off x="90620" y="1905000"/>
            <a:ext cx="872922" cy="255389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제안환경 구성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C311877-0C5E-48DB-AAE4-5CCB83157852}"/>
              </a:ext>
            </a:extLst>
          </p:cNvPr>
          <p:cNvSpPr/>
          <p:nvPr/>
        </p:nvSpPr>
        <p:spPr>
          <a:xfrm>
            <a:off x="1005255" y="1334576"/>
            <a:ext cx="1219200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Project Profile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제안여부검토서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5961FDD-C537-4C80-BD03-9794CE6026A3}"/>
              </a:ext>
            </a:extLst>
          </p:cNvPr>
          <p:cNvSpPr/>
          <p:nvPr/>
        </p:nvSpPr>
        <p:spPr>
          <a:xfrm>
            <a:off x="1022029" y="1855286"/>
            <a:ext cx="1425755" cy="545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인력요청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제안분석서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제안일정표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AC4FDCE-1C8A-4416-B030-ABC75F328701}"/>
              </a:ext>
            </a:extLst>
          </p:cNvPr>
          <p:cNvSpPr/>
          <p:nvPr/>
        </p:nvSpPr>
        <p:spPr>
          <a:xfrm>
            <a:off x="1050125" y="2514600"/>
            <a:ext cx="1425755" cy="848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제안자료수집가이드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제안서 목차가이드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분석전략가이드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제안서 사례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제안품질관리가이드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3E49D90-DC2B-423D-9D3F-B47FEBF2A98C}"/>
              </a:ext>
            </a:extLst>
          </p:cNvPr>
          <p:cNvSpPr/>
          <p:nvPr/>
        </p:nvSpPr>
        <p:spPr>
          <a:xfrm>
            <a:off x="1073486" y="3336670"/>
            <a:ext cx="1425755" cy="545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제안서 목차가이드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제안서 사례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제안품질관리가이드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102B10C-BB6F-4B2D-92B9-9BAEB3C4618B}"/>
              </a:ext>
            </a:extLst>
          </p:cNvPr>
          <p:cNvSpPr/>
          <p:nvPr/>
        </p:nvSpPr>
        <p:spPr>
          <a:xfrm>
            <a:off x="1085821" y="3962400"/>
            <a:ext cx="1425755" cy="545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예상질문서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견적서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제안리뷰서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9" name="AutoShape 71">
            <a:extLst>
              <a:ext uri="{FF2B5EF4-FFF2-40B4-BE49-F238E27FC236}">
                <a16:creationId xmlns:a16="http://schemas.microsoft.com/office/drawing/2014/main" id="{FE430346-942A-4DAB-899D-74C60908A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721" y="3425171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계약</a:t>
            </a:r>
          </a:p>
        </p:txBody>
      </p:sp>
      <p:sp>
        <p:nvSpPr>
          <p:cNvPr id="100" name="AutoShape 53">
            <a:extLst>
              <a:ext uri="{FF2B5EF4-FFF2-40B4-BE49-F238E27FC236}">
                <a16:creationId xmlns:a16="http://schemas.microsoft.com/office/drawing/2014/main" id="{CB8D640F-25CD-4758-9104-AF68775B4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812" y="1346600"/>
            <a:ext cx="872922" cy="255389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구축환경 구성</a:t>
            </a:r>
          </a:p>
        </p:txBody>
      </p:sp>
      <p:sp>
        <p:nvSpPr>
          <p:cNvPr id="101" name="AutoShape 53">
            <a:extLst>
              <a:ext uri="{FF2B5EF4-FFF2-40B4-BE49-F238E27FC236}">
                <a16:creationId xmlns:a16="http://schemas.microsoft.com/office/drawing/2014/main" id="{D2A0CDCD-EF2F-47AF-BE8D-207F43CBE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379" y="1885650"/>
            <a:ext cx="872922" cy="255389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 분석</a:t>
            </a:r>
          </a:p>
        </p:txBody>
      </p:sp>
      <p:sp>
        <p:nvSpPr>
          <p:cNvPr id="102" name="AutoShape 53">
            <a:extLst>
              <a:ext uri="{FF2B5EF4-FFF2-40B4-BE49-F238E27FC236}">
                <a16:creationId xmlns:a16="http://schemas.microsoft.com/office/drawing/2014/main" id="{DA5A8A6A-1B10-4CA9-82FC-3619141E5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820" y="2681942"/>
            <a:ext cx="872922" cy="25538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 정의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462B04C-DC2F-492C-85BA-4076AE6A8BB8}"/>
              </a:ext>
            </a:extLst>
          </p:cNvPr>
          <p:cNvSpPr/>
          <p:nvPr/>
        </p:nvSpPr>
        <p:spPr>
          <a:xfrm>
            <a:off x="3498514" y="1299376"/>
            <a:ext cx="1219200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구축분석서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인력요청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491A7E-E8C0-427B-A2FE-8C4DE24AF61B}"/>
              </a:ext>
            </a:extLst>
          </p:cNvPr>
          <p:cNvSpPr/>
          <p:nvPr/>
        </p:nvSpPr>
        <p:spPr>
          <a:xfrm>
            <a:off x="3529418" y="1865554"/>
            <a:ext cx="1425755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요구사항분석서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UseCase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Diagram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WBS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개발기능중요도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A130AD7-64C5-4C12-AD4D-580BD5D73A8E}"/>
              </a:ext>
            </a:extLst>
          </p:cNvPr>
          <p:cNvSpPr/>
          <p:nvPr/>
        </p:nvSpPr>
        <p:spPr>
          <a:xfrm>
            <a:off x="3555701" y="2650393"/>
            <a:ext cx="1425755" cy="848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수행범위정의서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수행계획서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일정계획서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미결사항정의서 </a:t>
            </a:r>
            <a:b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FE27850-9FC9-40B1-8953-2032A479BDF3}"/>
              </a:ext>
            </a:extLst>
          </p:cNvPr>
          <p:cNvSpPr/>
          <p:nvPr/>
        </p:nvSpPr>
        <p:spPr>
          <a:xfrm>
            <a:off x="3555701" y="3412393"/>
            <a:ext cx="1425755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견적서 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계약서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9" name="AutoShape 53">
            <a:extLst>
              <a:ext uri="{FF2B5EF4-FFF2-40B4-BE49-F238E27FC236}">
                <a16:creationId xmlns:a16="http://schemas.microsoft.com/office/drawing/2014/main" id="{D95B62AC-FD90-4B8B-A34B-CBD6B881C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721" y="3988370"/>
            <a:ext cx="631374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기획설계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9D0145A-8AE9-43D3-97C7-4BCF79C24742}"/>
              </a:ext>
            </a:extLst>
          </p:cNvPr>
          <p:cNvSpPr/>
          <p:nvPr/>
        </p:nvSpPr>
        <p:spPr>
          <a:xfrm>
            <a:off x="3557993" y="3992168"/>
            <a:ext cx="1425755" cy="1002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메뉴 설계서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콘텐츠 설계서 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화면설계 가이드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PERT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RAM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화면설계서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1" name="AutoShape 43">
            <a:extLst>
              <a:ext uri="{FF2B5EF4-FFF2-40B4-BE49-F238E27FC236}">
                <a16:creationId xmlns:a16="http://schemas.microsoft.com/office/drawing/2014/main" id="{85A937C5-FA96-42D0-842A-04B02B2BC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721" y="4939736"/>
            <a:ext cx="631374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관리설계</a:t>
            </a:r>
          </a:p>
        </p:txBody>
      </p:sp>
      <p:sp>
        <p:nvSpPr>
          <p:cNvPr id="112" name="AutoShape 71">
            <a:extLst>
              <a:ext uri="{FF2B5EF4-FFF2-40B4-BE49-F238E27FC236}">
                <a16:creationId xmlns:a16="http://schemas.microsoft.com/office/drawing/2014/main" id="{6F1977B1-1D81-4504-AE9A-06D4A7203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183" y="1346600"/>
            <a:ext cx="445673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 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41F60F1-4F26-4F46-A38D-E4D3F38EE508}"/>
              </a:ext>
            </a:extLst>
          </p:cNvPr>
          <p:cNvSpPr/>
          <p:nvPr/>
        </p:nvSpPr>
        <p:spPr>
          <a:xfrm>
            <a:off x="3555700" y="4989399"/>
            <a:ext cx="1425755" cy="1310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리스크관리서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수행범위변경관리서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일정지연관리서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수행범위변경관리서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진척률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관리서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보고서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수익률 관리서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PERT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7995718-945B-49A8-BA30-6266F7036365}"/>
              </a:ext>
            </a:extLst>
          </p:cNvPr>
          <p:cNvSpPr/>
          <p:nvPr/>
        </p:nvSpPr>
        <p:spPr>
          <a:xfrm>
            <a:off x="5778220" y="2413302"/>
            <a:ext cx="1425755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사용매뉴얼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완료보고서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검수확인서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프로젝트리뷰서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54CE9A7E-F12F-483C-B5D6-955D625D23F2}"/>
              </a:ext>
            </a:extLst>
          </p:cNvPr>
          <p:cNvSpPr/>
          <p:nvPr/>
        </p:nvSpPr>
        <p:spPr>
          <a:xfrm>
            <a:off x="5723360" y="1346600"/>
            <a:ext cx="1425755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검수계획서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검수시나리오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6" name="AutoShape 71">
            <a:extLst>
              <a:ext uri="{FF2B5EF4-FFF2-40B4-BE49-F238E27FC236}">
                <a16:creationId xmlns:a16="http://schemas.microsoft.com/office/drawing/2014/main" id="{B021327B-B688-4B92-AD68-E3CC0364C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064" y="1886738"/>
            <a:ext cx="475923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오픈  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1B18CCB-877B-483F-B0B8-4A641D2B689B}"/>
              </a:ext>
            </a:extLst>
          </p:cNvPr>
          <p:cNvSpPr/>
          <p:nvPr/>
        </p:nvSpPr>
        <p:spPr>
          <a:xfrm>
            <a:off x="5751937" y="1879902"/>
            <a:ext cx="1425755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데이터이전계획서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오류리포트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8" name="AutoShape 71">
            <a:extLst>
              <a:ext uri="{FF2B5EF4-FFF2-40B4-BE49-F238E27FC236}">
                <a16:creationId xmlns:a16="http://schemas.microsoft.com/office/drawing/2014/main" id="{68736EC5-D434-4B6F-A57C-433B40CCE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189" y="2431990"/>
            <a:ext cx="445673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종료 </a:t>
            </a:r>
          </a:p>
        </p:txBody>
      </p:sp>
      <p:sp>
        <p:nvSpPr>
          <p:cNvPr id="119" name="AutoShape 71">
            <a:extLst>
              <a:ext uri="{FF2B5EF4-FFF2-40B4-BE49-F238E27FC236}">
                <a16:creationId xmlns:a16="http://schemas.microsoft.com/office/drawing/2014/main" id="{29D0BEBF-7CDA-42A3-B202-891C7EE5E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628" y="2873544"/>
            <a:ext cx="872922" cy="255389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DDDDDD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 계약</a:t>
            </a:r>
          </a:p>
        </p:txBody>
      </p:sp>
      <p:sp>
        <p:nvSpPr>
          <p:cNvPr id="120" name="AutoShape 53">
            <a:extLst>
              <a:ext uri="{FF2B5EF4-FFF2-40B4-BE49-F238E27FC236}">
                <a16:creationId xmlns:a16="http://schemas.microsoft.com/office/drawing/2014/main" id="{D2847FFF-7213-48F0-B5F2-B69D21262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127" y="1334576"/>
            <a:ext cx="872922" cy="255389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운영환경 구성</a:t>
            </a:r>
          </a:p>
        </p:txBody>
      </p:sp>
      <p:sp>
        <p:nvSpPr>
          <p:cNvPr id="121" name="AutoShape 53">
            <a:extLst>
              <a:ext uri="{FF2B5EF4-FFF2-40B4-BE49-F238E27FC236}">
                <a16:creationId xmlns:a16="http://schemas.microsoft.com/office/drawing/2014/main" id="{5D501BD7-43E1-4A93-8A56-E7E0397ED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7694" y="1873626"/>
            <a:ext cx="872922" cy="255389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 분석</a:t>
            </a:r>
          </a:p>
        </p:txBody>
      </p:sp>
      <p:sp>
        <p:nvSpPr>
          <p:cNvPr id="122" name="AutoShape 53">
            <a:extLst>
              <a:ext uri="{FF2B5EF4-FFF2-40B4-BE49-F238E27FC236}">
                <a16:creationId xmlns:a16="http://schemas.microsoft.com/office/drawing/2014/main" id="{E7F5BBD9-F020-4270-8A54-0B8CEB331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628" y="2395086"/>
            <a:ext cx="872922" cy="25538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수행범위 정의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C525FE15-BAB2-4803-83C4-76098EDF7438}"/>
              </a:ext>
            </a:extLst>
          </p:cNvPr>
          <p:cNvSpPr/>
          <p:nvPr/>
        </p:nvSpPr>
        <p:spPr>
          <a:xfrm>
            <a:off x="8139829" y="1287352"/>
            <a:ext cx="1219200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고객카드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인력요청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배분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6BD1FF1E-E649-4570-98F8-9EF277C07BF5}"/>
              </a:ext>
            </a:extLst>
          </p:cNvPr>
          <p:cNvSpPr/>
          <p:nvPr/>
        </p:nvSpPr>
        <p:spPr>
          <a:xfrm>
            <a:off x="8170733" y="1853530"/>
            <a:ext cx="1425755" cy="238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요구사항분석서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347E2BE-AD2C-4C84-84EF-5DC46B25A593}"/>
              </a:ext>
            </a:extLst>
          </p:cNvPr>
          <p:cNvSpPr/>
          <p:nvPr/>
        </p:nvSpPr>
        <p:spPr>
          <a:xfrm>
            <a:off x="8196607" y="2352980"/>
            <a:ext cx="1425755" cy="238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운영계획서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78BDC57A-EAC7-409F-BFCD-963831E78B50}"/>
              </a:ext>
            </a:extLst>
          </p:cNvPr>
          <p:cNvSpPr/>
          <p:nvPr/>
        </p:nvSpPr>
        <p:spPr>
          <a:xfrm>
            <a:off x="8196608" y="2860766"/>
            <a:ext cx="1425755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견적서 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계약서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7" name="AutoShape 53">
            <a:extLst>
              <a:ext uri="{FF2B5EF4-FFF2-40B4-BE49-F238E27FC236}">
                <a16:creationId xmlns:a16="http://schemas.microsoft.com/office/drawing/2014/main" id="{CAA94F24-D34D-4A5F-BB37-6BF6F6163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628" y="3362520"/>
            <a:ext cx="419256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C024929-1ECA-4D53-A454-FF789D053880}"/>
              </a:ext>
            </a:extLst>
          </p:cNvPr>
          <p:cNvSpPr/>
          <p:nvPr/>
        </p:nvSpPr>
        <p:spPr>
          <a:xfrm>
            <a:off x="8198900" y="3366318"/>
            <a:ext cx="1425755" cy="39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업무요청</a:t>
            </a: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처리서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운영리포트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9" name="AutoShape 53">
            <a:extLst>
              <a:ext uri="{FF2B5EF4-FFF2-40B4-BE49-F238E27FC236}">
                <a16:creationId xmlns:a16="http://schemas.microsoft.com/office/drawing/2014/main" id="{D9A5AF7C-6698-4349-BDA4-BB5A095D4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566" y="3952211"/>
            <a:ext cx="419256" cy="255389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rgbClr val="B2B2B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ko-KR" altLang="en-US" sz="9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기타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B872987-D844-423E-933B-BFE417538E4C}"/>
              </a:ext>
            </a:extLst>
          </p:cNvPr>
          <p:cNvSpPr/>
          <p:nvPr/>
        </p:nvSpPr>
        <p:spPr>
          <a:xfrm>
            <a:off x="8220673" y="3955220"/>
            <a:ext cx="1425755" cy="39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프로젝트 용어규약집</a:t>
            </a:r>
            <a:endParaRPr lang="en-US" altLang="ko-KR" sz="900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fontAlgn="auto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ko-KR" sz="9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RAM</a:t>
            </a: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14E8D6F7-A58F-4D40-9C60-EDCBC7B2B252}"/>
              </a:ext>
            </a:extLst>
          </p:cNvPr>
          <p:cNvCxnSpPr>
            <a:cxnSpLocks/>
            <a:stCxn id="30" idx="2"/>
            <a:endCxn id="100" idx="1"/>
          </p:cNvCxnSpPr>
          <p:nvPr/>
        </p:nvCxnSpPr>
        <p:spPr bwMode="auto">
          <a:xfrm rot="5400000" flipH="1" flipV="1">
            <a:off x="115530" y="1767507"/>
            <a:ext cx="2743494" cy="2157070"/>
          </a:xfrm>
          <a:prstGeom prst="bentConnector4">
            <a:avLst>
              <a:gd name="adj1" fmla="val -8332"/>
              <a:gd name="adj2" fmla="val 57708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0E714D4C-A0CC-4224-BF47-1E6822D04178}"/>
              </a:ext>
            </a:extLst>
          </p:cNvPr>
          <p:cNvCxnSpPr>
            <a:cxnSpLocks/>
            <a:stCxn id="111" idx="2"/>
            <a:endCxn id="112" idx="1"/>
          </p:cNvCxnSpPr>
          <p:nvPr/>
        </p:nvCxnSpPr>
        <p:spPr bwMode="auto">
          <a:xfrm rot="5400000" flipH="1" flipV="1">
            <a:off x="2210380" y="2200322"/>
            <a:ext cx="3720830" cy="2268775"/>
          </a:xfrm>
          <a:prstGeom prst="bentConnector4">
            <a:avLst>
              <a:gd name="adj1" fmla="val -6144"/>
              <a:gd name="adj2" fmla="val 56957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66130D48-74D1-4539-8A04-748E8C6974DE}"/>
              </a:ext>
            </a:extLst>
          </p:cNvPr>
          <p:cNvCxnSpPr>
            <a:cxnSpLocks/>
            <a:stCxn id="118" idx="2"/>
            <a:endCxn id="120" idx="1"/>
          </p:cNvCxnSpPr>
          <p:nvPr/>
        </p:nvCxnSpPr>
        <p:spPr bwMode="auto">
          <a:xfrm rot="5400000" flipH="1" flipV="1">
            <a:off x="5715522" y="1195774"/>
            <a:ext cx="1225108" cy="1758101"/>
          </a:xfrm>
          <a:prstGeom prst="bentConnector4">
            <a:avLst>
              <a:gd name="adj1" fmla="val -18660"/>
              <a:gd name="adj2" fmla="val 56337"/>
            </a:avLst>
          </a:prstGeom>
          <a:solidFill>
            <a:srgbClr val="FF3300"/>
          </a:solidFill>
          <a:ln w="9525" cap="flat" cmpd="sng" algn="ctr">
            <a:solidFill>
              <a:srgbClr val="B2B2B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1296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스프링 노트">
  <a:themeElements>
    <a:clrScheme name="스프링 노트 1">
      <a:dk1>
        <a:srgbClr val="292929"/>
      </a:dk1>
      <a:lt1>
        <a:srgbClr val="F8F8F8"/>
      </a:lt1>
      <a:dk2>
        <a:srgbClr val="000000"/>
      </a:dk2>
      <a:lt2>
        <a:srgbClr val="DDDDDD"/>
      </a:lt2>
      <a:accent1>
        <a:srgbClr val="83C9C9"/>
      </a:accent1>
      <a:accent2>
        <a:srgbClr val="F0EB8E"/>
      </a:accent2>
      <a:accent3>
        <a:srgbClr val="FBFBFB"/>
      </a:accent3>
      <a:accent4>
        <a:srgbClr val="212121"/>
      </a:accent4>
      <a:accent5>
        <a:srgbClr val="C1E1E1"/>
      </a:accent5>
      <a:accent6>
        <a:srgbClr val="D9D580"/>
      </a:accent6>
      <a:hlink>
        <a:srgbClr val="F6BF88"/>
      </a:hlink>
      <a:folHlink>
        <a:srgbClr val="B2B2B2"/>
      </a:folHlink>
    </a:clrScheme>
    <a:fontScheme name="스프링 노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 fontAlgn="ctr">
          <a:spcBef>
            <a:spcPts val="0"/>
          </a:spcBef>
          <a:spcAft>
            <a:spcPts val="0"/>
          </a:spcAft>
          <a:defRPr kumimoji="0" sz="2000" b="1" dirty="0" smtClean="0">
            <a:solidFill>
              <a:schemeClr val="bg1"/>
            </a:solidFill>
            <a:latin typeface="맑은 고딕" pitchFamily="50" charset="-127"/>
            <a:ea typeface="맑은 고딕" pitchFamily="50" charset="-127"/>
          </a:defRPr>
        </a:defPPr>
      </a:lstStyle>
    </a:spDef>
    <a:txDef>
      <a:spPr>
        <a:noFill/>
      </a:spPr>
      <a:bodyPr wrap="none">
        <a:spAutoFit/>
      </a:bodyPr>
      <a:lstStyle>
        <a:defPPr>
          <a:lnSpc>
            <a:spcPct val="50000"/>
          </a:lnSpc>
          <a:defRPr sz="900" b="1" dirty="0" smtClean="0">
            <a:solidFill>
              <a:srgbClr val="7F7F7F"/>
            </a:solidFill>
            <a:latin typeface="Trebuchet MS" pitchFamily="34" charset="0"/>
            <a:cs typeface="Tahoma" pitchFamily="34" charset="0"/>
          </a:defRPr>
        </a:defPPr>
      </a:lstStyle>
    </a:txDef>
  </a:objectDefaults>
  <a:extraClrSchemeLst>
    <a:extraClrScheme>
      <a:clrScheme name="스프링 노트 1">
        <a:dk1>
          <a:srgbClr val="292929"/>
        </a:dk1>
        <a:lt1>
          <a:srgbClr val="F8F8F8"/>
        </a:lt1>
        <a:dk2>
          <a:srgbClr val="000000"/>
        </a:dk2>
        <a:lt2>
          <a:srgbClr val="DDDDDD"/>
        </a:lt2>
        <a:accent1>
          <a:srgbClr val="83C9C9"/>
        </a:accent1>
        <a:accent2>
          <a:srgbClr val="F0EB8E"/>
        </a:accent2>
        <a:accent3>
          <a:srgbClr val="FBFBFB"/>
        </a:accent3>
        <a:accent4>
          <a:srgbClr val="212121"/>
        </a:accent4>
        <a:accent5>
          <a:srgbClr val="C1E1E1"/>
        </a:accent5>
        <a:accent6>
          <a:srgbClr val="D9D580"/>
        </a:accent6>
        <a:hlink>
          <a:srgbClr val="F6BF88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스프링 노트 2">
        <a:dk1>
          <a:srgbClr val="333333"/>
        </a:dk1>
        <a:lt1>
          <a:srgbClr val="F0E9CC"/>
        </a:lt1>
        <a:dk2>
          <a:srgbClr val="8F5F2F"/>
        </a:dk2>
        <a:lt2>
          <a:srgbClr val="CEB68E"/>
        </a:lt2>
        <a:accent1>
          <a:srgbClr val="D27A44"/>
        </a:accent1>
        <a:accent2>
          <a:srgbClr val="E2DD72"/>
        </a:accent2>
        <a:accent3>
          <a:srgbClr val="F6F2E2"/>
        </a:accent3>
        <a:accent4>
          <a:srgbClr val="2A2A2A"/>
        </a:accent4>
        <a:accent5>
          <a:srgbClr val="E5BEB0"/>
        </a:accent5>
        <a:accent6>
          <a:srgbClr val="CDC867"/>
        </a:accent6>
        <a:hlink>
          <a:srgbClr val="CBBC2D"/>
        </a:hlink>
        <a:folHlink>
          <a:srgbClr val="A7A5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스프링 노트 3">
        <a:dk1>
          <a:srgbClr val="000000"/>
        </a:dk1>
        <a:lt1>
          <a:srgbClr val="FFFFFF"/>
        </a:lt1>
        <a:dk2>
          <a:srgbClr val="336699"/>
        </a:dk2>
        <a:lt2>
          <a:srgbClr val="DDDDDD"/>
        </a:lt2>
        <a:accent1>
          <a:srgbClr val="8FA6EF"/>
        </a:accent1>
        <a:accent2>
          <a:srgbClr val="AFE7EF"/>
        </a:accent2>
        <a:accent3>
          <a:srgbClr val="FFFFFF"/>
        </a:accent3>
        <a:accent4>
          <a:srgbClr val="000000"/>
        </a:accent4>
        <a:accent5>
          <a:srgbClr val="C6D0F6"/>
        </a:accent5>
        <a:accent6>
          <a:srgbClr val="9ED1D9"/>
        </a:accent6>
        <a:hlink>
          <a:srgbClr val="63CBD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스프링 노트 4">
        <a:dk1>
          <a:srgbClr val="000000"/>
        </a:dk1>
        <a:lt1>
          <a:srgbClr val="FFFFFF"/>
        </a:lt1>
        <a:dk2>
          <a:srgbClr val="808000"/>
        </a:dk2>
        <a:lt2>
          <a:srgbClr val="DDDDDD"/>
        </a:lt2>
        <a:accent1>
          <a:srgbClr val="8CC274"/>
        </a:accent1>
        <a:accent2>
          <a:srgbClr val="F7F39B"/>
        </a:accent2>
        <a:accent3>
          <a:srgbClr val="FFFFFF"/>
        </a:accent3>
        <a:accent4>
          <a:srgbClr val="000000"/>
        </a:accent4>
        <a:accent5>
          <a:srgbClr val="C5DDBC"/>
        </a:accent5>
        <a:accent6>
          <a:srgbClr val="E0DC8C"/>
        </a:accent6>
        <a:hlink>
          <a:srgbClr val="EBCB55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스프링 노트 5">
        <a:dk1>
          <a:srgbClr val="1C1C2F"/>
        </a:dk1>
        <a:lt1>
          <a:srgbClr val="FFFFFF"/>
        </a:lt1>
        <a:dk2>
          <a:srgbClr val="993300"/>
        </a:dk2>
        <a:lt2>
          <a:srgbClr val="DDDDDD"/>
        </a:lt2>
        <a:accent1>
          <a:srgbClr val="E78B79"/>
        </a:accent1>
        <a:accent2>
          <a:srgbClr val="FDE3CF"/>
        </a:accent2>
        <a:accent3>
          <a:srgbClr val="FFFFFF"/>
        </a:accent3>
        <a:accent4>
          <a:srgbClr val="161627"/>
        </a:accent4>
        <a:accent5>
          <a:srgbClr val="F1C4BE"/>
        </a:accent5>
        <a:accent6>
          <a:srgbClr val="E5CEBB"/>
        </a:accent6>
        <a:hlink>
          <a:srgbClr val="F6C1A0"/>
        </a:hlink>
        <a:folHlink>
          <a:srgbClr val="A296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스프링 노트 6">
        <a:dk1>
          <a:srgbClr val="000000"/>
        </a:dk1>
        <a:lt1>
          <a:srgbClr val="FFFFFF"/>
        </a:lt1>
        <a:dk2>
          <a:srgbClr val="808080"/>
        </a:dk2>
        <a:lt2>
          <a:srgbClr val="C0C0C0"/>
        </a:lt2>
        <a:accent1>
          <a:srgbClr val="B2B2B2"/>
        </a:accent1>
        <a:accent2>
          <a:srgbClr val="CDCDC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BABABA"/>
        </a:accent6>
        <a:hlink>
          <a:srgbClr val="97979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_기본 디자인">
  <a:themeElements>
    <a:clrScheme name="9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9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</a:objectDefaults>
  <a:extraClrSchemeLst>
    <a:extraClrScheme>
      <a:clrScheme name="9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기본 디자인">
  <a:themeElements>
    <a:clrScheme name="9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9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</a:objectDefaults>
  <a:extraClrSchemeLst>
    <a:extraClrScheme>
      <a:clrScheme name="9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5_기본 디자인">
  <a:themeElements>
    <a:clrScheme name="9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9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</a:objectDefaults>
  <a:extraClrSchemeLst>
    <a:extraClrScheme>
      <a:clrScheme name="9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6_기본 디자인">
  <a:themeElements>
    <a:clrScheme name="9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9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</a:objectDefaults>
  <a:extraClrSchemeLst>
    <a:extraClrScheme>
      <a:clrScheme name="9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solidFill>
          <a:srgbClr val="FF3300"/>
        </a:solidFill>
        <a:ln w="9525" cap="flat" cmpd="sng" algn="ctr">
          <a:solidFill>
            <a:srgbClr val="B2B2B2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28829</TotalTime>
  <Words>1230</Words>
  <Application>Microsoft Office PowerPoint</Application>
  <PresentationFormat>A4 용지(210x297mm)</PresentationFormat>
  <Paragraphs>376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24</vt:i4>
      </vt:variant>
    </vt:vector>
  </HeadingPairs>
  <TitlesOfParts>
    <vt:vector size="39" baseType="lpstr">
      <vt:lpstr>굴림</vt:lpstr>
      <vt:lpstr>나눔스퀘어 Bold</vt:lpstr>
      <vt:lpstr>돋움</vt:lpstr>
      <vt:lpstr>산돌고딕 L</vt:lpstr>
      <vt:lpstr>휴먼편지체</vt:lpstr>
      <vt:lpstr>Arial</vt:lpstr>
      <vt:lpstr>Trebuchet MS</vt:lpstr>
      <vt:lpstr>Webdings</vt:lpstr>
      <vt:lpstr>Wingdings</vt:lpstr>
      <vt:lpstr>스프링 노트</vt:lpstr>
      <vt:lpstr>9_기본 디자인</vt:lpstr>
      <vt:lpstr>10_기본 디자인</vt:lpstr>
      <vt:lpstr>15_기본 디자인</vt:lpstr>
      <vt:lpstr>16_기본 디자인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eluo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orommi</dc:creator>
  <cp:lastModifiedBy>User</cp:lastModifiedBy>
  <cp:revision>2100</cp:revision>
  <dcterms:created xsi:type="dcterms:W3CDTF">2007-04-09T01:49:08Z</dcterms:created>
  <dcterms:modified xsi:type="dcterms:W3CDTF">2022-02-15T17:30:38Z</dcterms:modified>
</cp:coreProperties>
</file>